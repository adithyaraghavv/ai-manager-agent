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ags/tag1.xml" ContentType="application/vnd.openxmlformats-officedocument.presentationml.tag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4.xml" ContentType="application/vnd.openxmlformats-officedocument.theme+xml"/>
  <Override PartName="/ppt/theme/theme5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60" r:id="rId4"/>
    <p:sldMasterId id="2147483763" r:id="rId5"/>
    <p:sldMasterId id="2147483752" r:id="rId6"/>
  </p:sldMasterIdLst>
  <p:notesMasterIdLst>
    <p:notesMasterId r:id="rId23"/>
  </p:notesMasterIdLst>
  <p:handoutMasterIdLst>
    <p:handoutMasterId r:id="rId24"/>
  </p:handoutMasterIdLst>
  <p:sldIdLst>
    <p:sldId id="2076139413" r:id="rId7"/>
    <p:sldId id="472" r:id="rId8"/>
    <p:sldId id="2076139417" r:id="rId9"/>
    <p:sldId id="2076139410" r:id="rId10"/>
    <p:sldId id="2076139418" r:id="rId11"/>
    <p:sldId id="2076139425" r:id="rId12"/>
    <p:sldId id="2076139419" r:id="rId13"/>
    <p:sldId id="2076139420" r:id="rId14"/>
    <p:sldId id="2076139421" r:id="rId15"/>
    <p:sldId id="2076139422" r:id="rId16"/>
    <p:sldId id="2076139423" r:id="rId17"/>
    <p:sldId id="2076139426" r:id="rId18"/>
    <p:sldId id="2076139427" r:id="rId19"/>
    <p:sldId id="2076139428" r:id="rId20"/>
    <p:sldId id="2076139424" r:id="rId21"/>
    <p:sldId id="422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8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ushil Evani" initials="SE" lastIdx="2" clrIdx="0">
    <p:extLst>
      <p:ext uri="{19B8F6BF-5375-455C-9EA6-DF929625EA0E}">
        <p15:presenceInfo xmlns:p15="http://schemas.microsoft.com/office/powerpoint/2012/main" userId="S-1-5-21-1894276797-1967669849-2631598858-15290" providerId="AD"/>
      </p:ext>
    </p:extLst>
  </p:cmAuthor>
  <p:cmAuthor id="2" name="Mahesh Rayappa Gundakalle" initials="MRG" lastIdx="1" clrIdx="1">
    <p:extLst>
      <p:ext uri="{19B8F6BF-5375-455C-9EA6-DF929625EA0E}">
        <p15:presenceInfo xmlns:p15="http://schemas.microsoft.com/office/powerpoint/2012/main" userId="S::Mahesh.Rayappa@marlabs.com::223097a2-7857-46e5-b804-b00e0f642849" providerId="AD"/>
      </p:ext>
    </p:extLst>
  </p:cmAuthor>
  <p:cmAuthor id="3" name="Lokesh Kumar" initials="LK" lastIdx="2" clrIdx="2">
    <p:extLst>
      <p:ext uri="{19B8F6BF-5375-455C-9EA6-DF929625EA0E}">
        <p15:presenceInfo xmlns:p15="http://schemas.microsoft.com/office/powerpoint/2012/main" userId="S::Lokesh.Kumar@marlabs.com::bf2fd094-9de8-40fd-b1c9-ebf6fdd75680" providerId="AD"/>
      </p:ext>
    </p:extLst>
  </p:cmAuthor>
  <p:cmAuthor id="4" name="Dipanjan Nath" initials="DN" lastIdx="1" clrIdx="3">
    <p:extLst>
      <p:ext uri="{19B8F6BF-5375-455C-9EA6-DF929625EA0E}">
        <p15:presenceInfo xmlns:p15="http://schemas.microsoft.com/office/powerpoint/2012/main" userId="S::Dipanjan.Nath@marlabs.com::9c4a28eb-e432-4128-a428-fb4c034a3686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DB9CA"/>
    <a:srgbClr val="ADBDF2"/>
    <a:srgbClr val="7EB1D5"/>
    <a:srgbClr val="115C7E"/>
    <a:srgbClr val="0070C0"/>
    <a:srgbClr val="2174B7"/>
    <a:srgbClr val="254061"/>
    <a:srgbClr val="7F7F7F"/>
    <a:srgbClr val="308B8E"/>
    <a:srgbClr val="92D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B1E7FE9-7587-42DC-BB64-657106493262}" v="65" dt="2025-12-19T06:34:40.47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55" autoAdjust="0"/>
    <p:restoredTop sz="94310" autoAdjust="0"/>
  </p:normalViewPr>
  <p:slideViewPr>
    <p:cSldViewPr snapToGrid="0">
      <p:cViewPr varScale="1">
        <p:scale>
          <a:sx n="55" d="100"/>
          <a:sy n="55" d="100"/>
        </p:scale>
        <p:origin x="1100" y="264"/>
      </p:cViewPr>
      <p:guideLst>
        <p:guide pos="3840"/>
        <p:guide orient="horz" pos="2184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84" d="100"/>
          <a:sy n="84" d="100"/>
        </p:scale>
        <p:origin x="2976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5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handoutMaster" Target="handoutMasters/handoutMaster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notesMaster" Target="notesMasters/notesMaster1.xml"/><Relationship Id="rId28" Type="http://schemas.openxmlformats.org/officeDocument/2006/relationships/theme" Target="theme/theme1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viewProps" Target="viewProps.xml"/><Relationship Id="rId30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B99FEC1-D13A-4C17-849B-2671D6F6FC1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29D63BC-073C-40B6-8884-B1D0D9A4055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4E4E03-EA0E-499D-A602-4169F55C0A3B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28E43B-9355-44BC-A2B1-AC310C12AA2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87454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0A666E-59F2-4F19-BB06-A8858D3C5605}" type="datetimeFigureOut">
              <a:rPr lang="en-IN" smtClean="0"/>
              <a:t>19-12-2025</a:t>
            </a:fld>
            <a:endParaRPr lang="en-IN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55A922-F424-441C-AC5B-558015AA3DE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739533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3.xml"/><Relationship Id="rId5" Type="http://schemas.openxmlformats.org/officeDocument/2006/relationships/image" Target="../media/image2.jpeg"/><Relationship Id="rId4" Type="http://schemas.openxmlformats.org/officeDocument/2006/relationships/image" Target="../media/image1.emf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icture containing electronics&#10;&#10;Description automatically generated">
            <a:extLst>
              <a:ext uri="{FF2B5EF4-FFF2-40B4-BE49-F238E27FC236}">
                <a16:creationId xmlns:a16="http://schemas.microsoft.com/office/drawing/2014/main" id="{2C1D4FCB-7A75-47FC-81F7-EB3C89A11CF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80485"/>
          </a:xfrm>
          <a:prstGeom prst="rect">
            <a:avLst/>
          </a:prstGeom>
        </p:spPr>
      </p:pic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00F51493-F437-453F-A279-182C40A5AAE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3907" y="225453"/>
            <a:ext cx="7311265" cy="479367"/>
          </a:xfrm>
        </p:spPr>
        <p:txBody>
          <a:bodyPr anchor="ctr">
            <a:normAutofit/>
          </a:bodyPr>
          <a:lstStyle>
            <a:lvl1pPr marL="0" indent="0">
              <a:buNone/>
              <a:defRPr sz="2133" b="1" spc="0" baseline="0">
                <a:solidFill>
                  <a:srgbClr val="23232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MAIN HEADING</a:t>
            </a:r>
          </a:p>
        </p:txBody>
      </p: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DA6BE85C-51D6-4370-BEA3-3DAAE3CFB560}"/>
              </a:ext>
            </a:extLst>
          </p:cNvPr>
          <p:cNvSpPr txBox="1">
            <a:spLocks/>
          </p:cNvSpPr>
          <p:nvPr userDrawn="1"/>
        </p:nvSpPr>
        <p:spPr>
          <a:xfrm>
            <a:off x="11198493" y="6446491"/>
            <a:ext cx="981884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1DFC430-7596-4200-88BB-50DB9E85F8F7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C5D0F8B-35A2-40B9-93DC-E459D5B5CD27}"/>
              </a:ext>
            </a:extLst>
          </p:cNvPr>
          <p:cNvSpPr/>
          <p:nvPr userDrawn="1"/>
        </p:nvSpPr>
        <p:spPr>
          <a:xfrm>
            <a:off x="-17252" y="6662958"/>
            <a:ext cx="892039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600" spc="93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Roboto Condensed" panose="02000000000000000000" pitchFamily="2" charset="0"/>
                <a:cs typeface="Arial" panose="020B0604020202020204" pitchFamily="34" charset="0"/>
              </a:rPr>
              <a:t>CONFIDENTIAL</a:t>
            </a:r>
            <a:endParaRPr lang="en-US" sz="600" dirty="0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CDE9082-02EF-48AE-9FD1-0CE7E01D813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30183" y="226401"/>
            <a:ext cx="249493" cy="249493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36616931-3F46-4089-860C-44645353F0A0}"/>
              </a:ext>
            </a:extLst>
          </p:cNvPr>
          <p:cNvSpPr/>
          <p:nvPr userDrawn="1"/>
        </p:nvSpPr>
        <p:spPr>
          <a:xfrm>
            <a:off x="174609" y="188118"/>
            <a:ext cx="66309" cy="554037"/>
          </a:xfrm>
          <a:prstGeom prst="rect">
            <a:avLst/>
          </a:prstGeom>
          <a:gradFill>
            <a:gsLst>
              <a:gs pos="0">
                <a:srgbClr val="5B8DE5"/>
              </a:gs>
              <a:gs pos="100000">
                <a:srgbClr val="3AD0DD"/>
              </a:gs>
            </a:gsLst>
            <a:lin ang="54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9713652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99718429-9310-4C05-9AD8-4ECE64D1AB60}"/>
              </a:ext>
            </a:extLst>
          </p:cNvPr>
          <p:cNvSpPr txBox="1"/>
          <p:nvPr userDrawn="1"/>
        </p:nvSpPr>
        <p:spPr>
          <a:xfrm>
            <a:off x="10293724" y="6693854"/>
            <a:ext cx="1898277" cy="1949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667" spc="200" baseline="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CONFIDENTIAL | © Marlabs</a:t>
            </a:r>
          </a:p>
        </p:txBody>
      </p:sp>
      <p:sp>
        <p:nvSpPr>
          <p:cNvPr id="12" name="Slide Number Placeholder 3">
            <a:extLst>
              <a:ext uri="{FF2B5EF4-FFF2-40B4-BE49-F238E27FC236}">
                <a16:creationId xmlns:a16="http://schemas.microsoft.com/office/drawing/2014/main" id="{1541BD64-2009-49C9-9A7A-C09279169A8C}"/>
              </a:ext>
            </a:extLst>
          </p:cNvPr>
          <p:cNvSpPr txBox="1">
            <a:spLocks/>
          </p:cNvSpPr>
          <p:nvPr userDrawn="1"/>
        </p:nvSpPr>
        <p:spPr>
          <a:xfrm>
            <a:off x="-12700" y="6534346"/>
            <a:ext cx="451735" cy="27285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135494"/>
            <a:fld id="{6DB030CC-98E1-4B02-AB05-C52003E97106}" type="slidenum">
              <a:rPr lang="en-IN" sz="70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 defTabSz="135494"/>
              <a:t>‹#›</a:t>
            </a:fld>
            <a:endParaRPr lang="en-IN" sz="70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" name="Google Shape;292;p21">
            <a:extLst>
              <a:ext uri="{FF2B5EF4-FFF2-40B4-BE49-F238E27FC236}">
                <a16:creationId xmlns:a16="http://schemas.microsoft.com/office/drawing/2014/main" id="{84D7A646-3C2F-4B5F-AD3F-A7DFD9232B64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781695" y="166627"/>
            <a:ext cx="232937" cy="334031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Text Placeholder 18">
            <a:extLst>
              <a:ext uri="{FF2B5EF4-FFF2-40B4-BE49-F238E27FC236}">
                <a16:creationId xmlns:a16="http://schemas.microsoft.com/office/drawing/2014/main" id="{2210D272-7308-4878-AE34-3206F320E40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3908" y="225454"/>
            <a:ext cx="9707897" cy="479367"/>
          </a:xfrm>
        </p:spPr>
        <p:txBody>
          <a:bodyPr anchor="ctr">
            <a:normAutofit/>
          </a:bodyPr>
          <a:lstStyle>
            <a:lvl1pPr marL="0" indent="0">
              <a:buNone/>
              <a:defRPr kumimoji="0" lang="en-US" altLang="en-US" sz="2800" b="1" i="0" u="none" strike="noStrike" kern="1200" cap="none" spc="0" normalizeH="0" baseline="0">
                <a:ln>
                  <a:noFill/>
                </a:ln>
                <a:solidFill>
                  <a:srgbClr val="283B9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marL="0" marR="0" lvl="0" indent="0" algn="l" defTabSz="457246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Main heading</a:t>
            </a:r>
          </a:p>
        </p:txBody>
      </p:sp>
    </p:spTree>
    <p:extLst>
      <p:ext uri="{BB962C8B-B14F-4D97-AF65-F5344CB8AC3E}">
        <p14:creationId xmlns:p14="http://schemas.microsoft.com/office/powerpoint/2010/main" val="10385330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Dark - Blank">
    <p:bg>
      <p:bgPr>
        <a:gradFill flip="none" rotWithShape="1">
          <a:gsLst>
            <a:gs pos="100000">
              <a:srgbClr val="070F4D"/>
            </a:gs>
            <a:gs pos="0">
              <a:srgbClr val="081467"/>
            </a:gs>
          </a:gsLst>
          <a:lin ang="108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ack and white logo&#10;&#10;AI-generated content may be incorrect.">
            <a:extLst>
              <a:ext uri="{FF2B5EF4-FFF2-40B4-BE49-F238E27FC236}">
                <a16:creationId xmlns:a16="http://schemas.microsoft.com/office/drawing/2014/main" id="{26DC4EF9-B362-6761-299E-07DF8F149F0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50000"/>
          </a:blip>
          <a:srcRect t="11075" b="12794"/>
          <a:stretch/>
        </p:blipFill>
        <p:spPr>
          <a:xfrm>
            <a:off x="5701554" y="1"/>
            <a:ext cx="6278624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7E684B8-2A67-2879-5EA3-9B9B471D11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2960" y="2111188"/>
            <a:ext cx="6594764" cy="1794724"/>
          </a:xfrm>
        </p:spPr>
        <p:txBody>
          <a:bodyPr anchor="b">
            <a:spAutoFit/>
          </a:bodyPr>
          <a:lstStyle>
            <a:lvl1pPr algn="l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2D3868-43F6-815B-F7B9-68F5677A8F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2960" y="4035877"/>
            <a:ext cx="5320146" cy="1655762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AAA5D8A-0755-54DA-2A91-E9C43C66D30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11377" y="6092257"/>
            <a:ext cx="2571993" cy="365125"/>
          </a:xfrm>
          <a:prstGeom prst="rect">
            <a:avLst/>
          </a:prstGeom>
          <a:solidFill>
            <a:srgbClr val="081367"/>
          </a:solidFill>
        </p:spPr>
        <p:txBody>
          <a:bodyPr/>
          <a:lstStyle>
            <a:lvl1pPr algn="r"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endParaRPr lang="en-US"/>
          </a:p>
        </p:txBody>
      </p:sp>
      <p:pic>
        <p:nvPicPr>
          <p:cNvPr id="294" name="Picture 293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B48F435D-E493-8749-C50D-905049DBB5D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22959" y="788906"/>
            <a:ext cx="3263900" cy="83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05217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Dark">
    <p:bg>
      <p:bgPr>
        <a:gradFill>
          <a:gsLst>
            <a:gs pos="100000">
              <a:srgbClr val="070F4D"/>
            </a:gs>
            <a:gs pos="0">
              <a:srgbClr val="081467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ack and white logo&#10;&#10;AI-generated content may be incorrect.">
            <a:extLst>
              <a:ext uri="{FF2B5EF4-FFF2-40B4-BE49-F238E27FC236}">
                <a16:creationId xmlns:a16="http://schemas.microsoft.com/office/drawing/2014/main" id="{26DC4EF9-B362-6761-299E-07DF8F149F0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50000"/>
          </a:blip>
          <a:srcRect t="11075" b="12794"/>
          <a:stretch/>
        </p:blipFill>
        <p:spPr>
          <a:xfrm>
            <a:off x="226820" y="1"/>
            <a:ext cx="6278624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7E684B8-2A67-2879-5EA3-9B9B471D11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1382" y="2702685"/>
            <a:ext cx="4784025" cy="1446550"/>
          </a:xfrm>
        </p:spPr>
        <p:txBody>
          <a:bodyPr wrap="square" anchor="ctr">
            <a:spAutoFit/>
          </a:bodyPr>
          <a:lstStyle>
            <a:lvl1pPr algn="l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2FD7751-0766-759E-985C-47C1A97D0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-747216" y="1769165"/>
            <a:ext cx="231319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WWW.MARLABS.COM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10F9D1-C9D6-BDDF-3B99-DE5F9C6F2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697" y="3246439"/>
            <a:ext cx="629372" cy="365125"/>
          </a:xfrm>
        </p:spPr>
        <p:txBody>
          <a:bodyPr/>
          <a:lstStyle/>
          <a:p>
            <a:fld id="{DEC249AF-B46D-634D-A11F-7A118F00FCC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25AC3FDF-E7A0-E689-58F6-E1C961FDDB8A}"/>
              </a:ext>
            </a:extLst>
          </p:cNvPr>
          <p:cNvSpPr txBox="1">
            <a:spLocks/>
          </p:cNvSpPr>
          <p:nvPr userDrawn="1"/>
        </p:nvSpPr>
        <p:spPr>
          <a:xfrm rot="5400000">
            <a:off x="-806577" y="4776993"/>
            <a:ext cx="24319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 cap="all" baseline="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MARLABS – DRIVING DIGITAL AGILITY</a:t>
            </a:r>
          </a:p>
        </p:txBody>
      </p:sp>
    </p:spTree>
    <p:extLst>
      <p:ext uri="{BB962C8B-B14F-4D97-AF65-F5344CB8AC3E}">
        <p14:creationId xmlns:p14="http://schemas.microsoft.com/office/powerpoint/2010/main" val="4174823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General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711E507-5754-CE16-F000-C8A1660FA9BA}"/>
              </a:ext>
            </a:extLst>
          </p:cNvPr>
          <p:cNvSpPr/>
          <p:nvPr userDrawn="1"/>
        </p:nvSpPr>
        <p:spPr>
          <a:xfrm>
            <a:off x="11482510" y="0"/>
            <a:ext cx="709490" cy="6858000"/>
          </a:xfrm>
          <a:prstGeom prst="rect">
            <a:avLst/>
          </a:prstGeom>
          <a:gradFill>
            <a:gsLst>
              <a:gs pos="0">
                <a:srgbClr val="090F39"/>
              </a:gs>
              <a:gs pos="100000">
                <a:schemeClr val="bg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298969-3B30-01FC-0528-172A5B0259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811" y="297391"/>
            <a:ext cx="10959255" cy="646331"/>
          </a:xfrm>
        </p:spPr>
        <p:txBody>
          <a:bodyPr anchor="t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908A6D-7581-EB76-BC3D-D6ACE34011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WWW.MARLABS.COM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2355FD-0E48-F1CF-D90A-28A59DA57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249AF-B46D-634D-A11F-7A118F00FCC1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F6EB1949-6F97-C6BB-DB90-492BD7A2BB74}"/>
              </a:ext>
            </a:extLst>
          </p:cNvPr>
          <p:cNvSpPr txBox="1">
            <a:spLocks/>
          </p:cNvSpPr>
          <p:nvPr userDrawn="1"/>
        </p:nvSpPr>
        <p:spPr>
          <a:xfrm rot="5400000">
            <a:off x="10473720" y="493263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 cap="all" baseline="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>
                <a:latin typeface="Segoe UI" panose="020B0502040204020203" pitchFamily="34" charset="0"/>
                <a:cs typeface="Segoe UI" panose="020B0502040204020203" pitchFamily="34" charset="0"/>
              </a:rPr>
              <a:t>MARLABS – DRIVING DIGITAL AGILITY</a:t>
            </a:r>
          </a:p>
        </p:txBody>
      </p:sp>
    </p:spTree>
    <p:extLst>
      <p:ext uri="{BB962C8B-B14F-4D97-AF65-F5344CB8AC3E}">
        <p14:creationId xmlns:p14="http://schemas.microsoft.com/office/powerpoint/2010/main" val="42849213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eneral Light - Singl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711E507-5754-CE16-F000-C8A1660FA9BA}"/>
              </a:ext>
            </a:extLst>
          </p:cNvPr>
          <p:cNvSpPr/>
          <p:nvPr userDrawn="1"/>
        </p:nvSpPr>
        <p:spPr>
          <a:xfrm>
            <a:off x="11482510" y="0"/>
            <a:ext cx="709490" cy="6858000"/>
          </a:xfrm>
          <a:prstGeom prst="rect">
            <a:avLst/>
          </a:prstGeom>
          <a:gradFill>
            <a:gsLst>
              <a:gs pos="0">
                <a:srgbClr val="090F39"/>
              </a:gs>
              <a:gs pos="100000">
                <a:schemeClr val="bg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298969-3B30-01FC-0528-172A5B0259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811" y="297391"/>
            <a:ext cx="10959255" cy="646331"/>
          </a:xfrm>
        </p:spPr>
        <p:txBody>
          <a:bodyPr anchor="t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908A6D-7581-EB76-BC3D-D6ACE34011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WWW.MARLABS.COM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2355FD-0E48-F1CF-D90A-28A59DA57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249AF-B46D-634D-A11F-7A118F00FCC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33E9F60-08CB-8E77-D425-BE6701EEE7D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7025" y="1386038"/>
            <a:ext cx="10958513" cy="51004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4D49655C-29A6-14F6-0FE9-142D7DD30865}"/>
              </a:ext>
            </a:extLst>
          </p:cNvPr>
          <p:cNvSpPr txBox="1">
            <a:spLocks/>
          </p:cNvSpPr>
          <p:nvPr userDrawn="1"/>
        </p:nvSpPr>
        <p:spPr>
          <a:xfrm rot="5400000">
            <a:off x="10473720" y="493263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 cap="all" baseline="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>
                <a:latin typeface="Segoe UI" panose="020B0502040204020203" pitchFamily="34" charset="0"/>
                <a:cs typeface="Segoe UI" panose="020B0502040204020203" pitchFamily="34" charset="0"/>
              </a:rPr>
              <a:t>MARLABS – DRIVING DIGITAL AGILITY</a:t>
            </a:r>
          </a:p>
        </p:txBody>
      </p:sp>
    </p:spTree>
    <p:extLst>
      <p:ext uri="{BB962C8B-B14F-4D97-AF65-F5344CB8AC3E}">
        <p14:creationId xmlns:p14="http://schemas.microsoft.com/office/powerpoint/2010/main" val="22658549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eneral Light -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711E507-5754-CE16-F000-C8A1660FA9BA}"/>
              </a:ext>
            </a:extLst>
          </p:cNvPr>
          <p:cNvSpPr/>
          <p:nvPr userDrawn="1"/>
        </p:nvSpPr>
        <p:spPr>
          <a:xfrm>
            <a:off x="11482510" y="0"/>
            <a:ext cx="709490" cy="6858000"/>
          </a:xfrm>
          <a:prstGeom prst="rect">
            <a:avLst/>
          </a:prstGeom>
          <a:gradFill>
            <a:gsLst>
              <a:gs pos="0">
                <a:srgbClr val="090F39"/>
              </a:gs>
              <a:gs pos="100000">
                <a:schemeClr val="bg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298969-3B30-01FC-0528-172A5B0259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811" y="297391"/>
            <a:ext cx="10959255" cy="646331"/>
          </a:xfrm>
        </p:spPr>
        <p:txBody>
          <a:bodyPr anchor="t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908A6D-7581-EB76-BC3D-D6ACE34011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WWW.MARLABS.COM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2355FD-0E48-F1CF-D90A-28A59DA57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249AF-B46D-634D-A11F-7A118F00FCC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33E9F60-08CB-8E77-D425-BE6701EEE7D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7025" y="1386038"/>
            <a:ext cx="5303754" cy="51004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97D3BC92-20BD-6E91-E1CD-1551C20BEBC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982313" y="1386038"/>
            <a:ext cx="5303754" cy="51004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259F0194-7F1D-DC80-046D-B506A3D0FD63}"/>
              </a:ext>
            </a:extLst>
          </p:cNvPr>
          <p:cNvSpPr txBox="1">
            <a:spLocks/>
          </p:cNvSpPr>
          <p:nvPr userDrawn="1"/>
        </p:nvSpPr>
        <p:spPr>
          <a:xfrm rot="5400000">
            <a:off x="10473720" y="493263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 cap="all" baseline="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>
                <a:latin typeface="Segoe UI" panose="020B0502040204020203" pitchFamily="34" charset="0"/>
                <a:cs typeface="Segoe UI" panose="020B0502040204020203" pitchFamily="34" charset="0"/>
              </a:rPr>
              <a:t>MARLABS – DRIVING DIGITAL AGILITY</a:t>
            </a:r>
          </a:p>
        </p:txBody>
      </p:sp>
    </p:spTree>
    <p:extLst>
      <p:ext uri="{BB962C8B-B14F-4D97-AF65-F5344CB8AC3E}">
        <p14:creationId xmlns:p14="http://schemas.microsoft.com/office/powerpoint/2010/main" val="6295472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eneral Light -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711E507-5754-CE16-F000-C8A1660FA9BA}"/>
              </a:ext>
            </a:extLst>
          </p:cNvPr>
          <p:cNvSpPr/>
          <p:nvPr userDrawn="1"/>
        </p:nvSpPr>
        <p:spPr>
          <a:xfrm>
            <a:off x="11482510" y="0"/>
            <a:ext cx="709490" cy="6858000"/>
          </a:xfrm>
          <a:prstGeom prst="rect">
            <a:avLst/>
          </a:prstGeom>
          <a:gradFill>
            <a:gsLst>
              <a:gs pos="0">
                <a:srgbClr val="090F39"/>
              </a:gs>
              <a:gs pos="100000">
                <a:schemeClr val="bg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298969-3B30-01FC-0528-172A5B0259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811" y="297391"/>
            <a:ext cx="10959255" cy="646331"/>
          </a:xfrm>
        </p:spPr>
        <p:txBody>
          <a:bodyPr anchor="t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908A6D-7581-EB76-BC3D-D6ACE34011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WWW.MARLABS.COM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2355FD-0E48-F1CF-D90A-28A59DA57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249AF-B46D-634D-A11F-7A118F00FCC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33E9F60-08CB-8E77-D425-BE6701EEE7D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7024" y="1386038"/>
            <a:ext cx="3455703" cy="51004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F27E972B-67DA-8CE6-E9EA-4915AC28DE9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078694" y="1386038"/>
            <a:ext cx="3455703" cy="51004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58DAD054-9692-C74A-21AE-258FD26B71F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830363" y="1386038"/>
            <a:ext cx="3455703" cy="51004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84A42BE2-3A93-52D0-77D6-6B9EDEABB62F}"/>
              </a:ext>
            </a:extLst>
          </p:cNvPr>
          <p:cNvSpPr txBox="1">
            <a:spLocks/>
          </p:cNvSpPr>
          <p:nvPr userDrawn="1"/>
        </p:nvSpPr>
        <p:spPr>
          <a:xfrm rot="5400000">
            <a:off x="10473720" y="493263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 cap="all" baseline="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>
                <a:latin typeface="Segoe UI" panose="020B0502040204020203" pitchFamily="34" charset="0"/>
                <a:cs typeface="Segoe UI" panose="020B0502040204020203" pitchFamily="34" charset="0"/>
              </a:rPr>
              <a:t>MARLABS – DRIVING DIGITAL AGILITY</a:t>
            </a:r>
          </a:p>
        </p:txBody>
      </p:sp>
    </p:spTree>
    <p:extLst>
      <p:ext uri="{BB962C8B-B14F-4D97-AF65-F5344CB8AC3E}">
        <p14:creationId xmlns:p14="http://schemas.microsoft.com/office/powerpoint/2010/main" val="12177579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General Dar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98969-3B30-01FC-0528-172A5B0259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811" y="297391"/>
            <a:ext cx="10959255" cy="646331"/>
          </a:xfrm>
        </p:spPr>
        <p:txBody>
          <a:bodyPr anchor="t">
            <a:sp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908A6D-7581-EB76-BC3D-D6ACE34011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WWW.MARLABS.COM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2355FD-0E48-F1CF-D90A-28A59DA57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249AF-B46D-634D-A11F-7A118F00FCC1}" type="slidenum">
              <a:rPr lang="en-US" smtClean="0"/>
              <a:t>‹#›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76852616-DED9-968F-6788-AD40E15A05F9}"/>
              </a:ext>
            </a:extLst>
          </p:cNvPr>
          <p:cNvSpPr txBox="1">
            <a:spLocks/>
          </p:cNvSpPr>
          <p:nvPr userDrawn="1"/>
        </p:nvSpPr>
        <p:spPr>
          <a:xfrm rot="5400000">
            <a:off x="10473720" y="493263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 cap="all" baseline="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>
                <a:latin typeface="Segoe UI" panose="020B0502040204020203" pitchFamily="34" charset="0"/>
                <a:cs typeface="Segoe UI" panose="020B0502040204020203" pitchFamily="34" charset="0"/>
              </a:rPr>
              <a:t>MARLABS – DRIVING DIGITAL AGILITY</a:t>
            </a:r>
          </a:p>
        </p:txBody>
      </p:sp>
    </p:spTree>
    <p:extLst>
      <p:ext uri="{BB962C8B-B14F-4D97-AF65-F5344CB8AC3E}">
        <p14:creationId xmlns:p14="http://schemas.microsoft.com/office/powerpoint/2010/main" val="13336348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5E87213-5B1A-6192-F8DA-FB948D03D359}"/>
              </a:ext>
            </a:extLst>
          </p:cNvPr>
          <p:cNvSpPr/>
          <p:nvPr userDrawn="1"/>
        </p:nvSpPr>
        <p:spPr>
          <a:xfrm>
            <a:off x="11482510" y="0"/>
            <a:ext cx="70949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A584EF4-CC49-952C-EA87-AA7161BD7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10473720" y="1554163"/>
            <a:ext cx="2743200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WWW.MARLABS.COM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04FE9758-41E5-4B82-3C01-BA1D86883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30634" y="3246438"/>
            <a:ext cx="629372" cy="365125"/>
          </a:xfrm>
        </p:spPr>
        <p:txBody>
          <a:bodyPr/>
          <a:lstStyle/>
          <a:p>
            <a:fld id="{DEC249AF-B46D-634D-A11F-7A118F00FCC1}" type="slidenum">
              <a:rPr lang="en-US" smtClean="0"/>
              <a:t>‹#›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FA3F8B01-64B9-9A34-2676-A26321D5384F}"/>
              </a:ext>
            </a:extLst>
          </p:cNvPr>
          <p:cNvSpPr txBox="1">
            <a:spLocks/>
          </p:cNvSpPr>
          <p:nvPr userDrawn="1"/>
        </p:nvSpPr>
        <p:spPr>
          <a:xfrm rot="5400000">
            <a:off x="10473720" y="493263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 cap="all" baseline="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>
                <a:latin typeface="Segoe UI" panose="020B0502040204020203" pitchFamily="34" charset="0"/>
                <a:cs typeface="Segoe UI" panose="020B0502040204020203" pitchFamily="34" charset="0"/>
              </a:rPr>
              <a:t>MARLABS – DRIVING DIGITAL AGILITY</a:t>
            </a:r>
          </a:p>
        </p:txBody>
      </p:sp>
    </p:spTree>
    <p:extLst>
      <p:ext uri="{BB962C8B-B14F-4D97-AF65-F5344CB8AC3E}">
        <p14:creationId xmlns:p14="http://schemas.microsoft.com/office/powerpoint/2010/main" val="20698348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Dar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770B6C-81B7-A921-9ACA-B1E6931BE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WWW.MARLABS.COM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2FDA6C-951A-1BF7-E280-9D97FC587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249AF-B46D-634D-A11F-7A118F00FCC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F836D393-0BDE-9ABB-A3AB-E95F293DF411}"/>
              </a:ext>
            </a:extLst>
          </p:cNvPr>
          <p:cNvSpPr txBox="1">
            <a:spLocks/>
          </p:cNvSpPr>
          <p:nvPr userDrawn="1"/>
        </p:nvSpPr>
        <p:spPr>
          <a:xfrm rot="5400000">
            <a:off x="10473720" y="493263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 cap="all" baseline="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>
                <a:latin typeface="Segoe UI" panose="020B0502040204020203" pitchFamily="34" charset="0"/>
                <a:cs typeface="Segoe UI" panose="020B0502040204020203" pitchFamily="34" charset="0"/>
              </a:rPr>
              <a:t>MARLABS – DRIVING DIGITAL AGILITY</a:t>
            </a:r>
          </a:p>
        </p:txBody>
      </p:sp>
    </p:spTree>
    <p:extLst>
      <p:ext uri="{BB962C8B-B14F-4D97-AF65-F5344CB8AC3E}">
        <p14:creationId xmlns:p14="http://schemas.microsoft.com/office/powerpoint/2010/main" val="23212024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Left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EC0C972-F011-1FBC-0311-DC4773583D4B}"/>
              </a:ext>
            </a:extLst>
          </p:cNvPr>
          <p:cNvSpPr/>
          <p:nvPr userDrawn="1"/>
        </p:nvSpPr>
        <p:spPr>
          <a:xfrm>
            <a:off x="11482510" y="0"/>
            <a:ext cx="70949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C63E07-6E8A-F683-E3D6-C40E2C830B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214" y="365125"/>
            <a:ext cx="3840480" cy="164592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FDE6D9-DA6F-28C9-1099-E2014CEDE4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52214" y="2193924"/>
            <a:ext cx="3840480" cy="338554"/>
          </a:xfrm>
        </p:spPr>
        <p:txBody>
          <a:bodyPr>
            <a:sp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155908-5A41-394C-3556-4C03E7649E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WWW.MARLABS.COM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F5556B-930A-2E19-F809-4FF63D756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249AF-B46D-634D-A11F-7A118F00FCC1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22C5237A-AC7F-AFFE-1130-8DF3446347F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97572" y="365125"/>
            <a:ext cx="6655981" cy="136447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DEEC73F7-4AB7-B160-B824-42EA22D69D62}"/>
              </a:ext>
            </a:extLst>
          </p:cNvPr>
          <p:cNvSpPr txBox="1">
            <a:spLocks/>
          </p:cNvSpPr>
          <p:nvPr userDrawn="1"/>
        </p:nvSpPr>
        <p:spPr>
          <a:xfrm rot="5400000">
            <a:off x="10473720" y="493263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 cap="all" baseline="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>
                <a:latin typeface="Segoe UI" panose="020B0502040204020203" pitchFamily="34" charset="0"/>
                <a:cs typeface="Segoe UI" panose="020B0502040204020203" pitchFamily="34" charset="0"/>
              </a:rPr>
              <a:t>MARLABS – DRIVING DIGITAL AGILITY</a:t>
            </a:r>
          </a:p>
        </p:txBody>
      </p:sp>
    </p:spTree>
    <p:extLst>
      <p:ext uri="{BB962C8B-B14F-4D97-AF65-F5344CB8AC3E}">
        <p14:creationId xmlns:p14="http://schemas.microsoft.com/office/powerpoint/2010/main" val="32777193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Left Dar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C63E07-6E8A-F683-E3D6-C40E2C830B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214" y="365125"/>
            <a:ext cx="3840480" cy="1645920"/>
          </a:xfrm>
        </p:spPr>
        <p:txBody>
          <a:bodyPr anchor="b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FDE6D9-DA6F-28C9-1099-E2014CEDE4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52214" y="2193924"/>
            <a:ext cx="3840480" cy="338554"/>
          </a:xfrm>
        </p:spPr>
        <p:txBody>
          <a:bodyPr>
            <a:sp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155908-5A41-394C-3556-4C03E7649E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WWW.MARLABS.COM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F5556B-930A-2E19-F809-4FF63D756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249AF-B46D-634D-A11F-7A118F00FCC1}" type="slidenum">
              <a:rPr lang="en-US" smtClean="0"/>
              <a:t>‹#›</a:t>
            </a:fld>
            <a:endParaRPr lang="en-US"/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2006FEC0-9DC4-863F-0C4A-A26945B2AAE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97572" y="365125"/>
            <a:ext cx="6655981" cy="136447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8158585B-5DAE-4A0D-5B5B-56638DFD5C9E}"/>
              </a:ext>
            </a:extLst>
          </p:cNvPr>
          <p:cNvSpPr txBox="1">
            <a:spLocks/>
          </p:cNvSpPr>
          <p:nvPr userDrawn="1"/>
        </p:nvSpPr>
        <p:spPr>
          <a:xfrm rot="5400000">
            <a:off x="10473720" y="493263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 cap="all" baseline="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>
                <a:latin typeface="Segoe UI" panose="020B0502040204020203" pitchFamily="34" charset="0"/>
                <a:cs typeface="Segoe UI" panose="020B0502040204020203" pitchFamily="34" charset="0"/>
              </a:rPr>
              <a:t>MARLABS – DRIVING DIGITAL AGILITY</a:t>
            </a:r>
          </a:p>
        </p:txBody>
      </p:sp>
    </p:spTree>
    <p:extLst>
      <p:ext uri="{BB962C8B-B14F-4D97-AF65-F5344CB8AC3E}">
        <p14:creationId xmlns:p14="http://schemas.microsoft.com/office/powerpoint/2010/main" val="17414667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ulti-Item w/icon layout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179879DC-362F-1135-2994-53CCF0BE5496}"/>
              </a:ext>
            </a:extLst>
          </p:cNvPr>
          <p:cNvSpPr/>
          <p:nvPr userDrawn="1"/>
        </p:nvSpPr>
        <p:spPr>
          <a:xfrm>
            <a:off x="11482510" y="0"/>
            <a:ext cx="70949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7761BB7C-7EA4-5EEF-3DFD-7E650C6212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63" y="358978"/>
            <a:ext cx="10454318" cy="646331"/>
          </a:xfrm>
        </p:spPr>
        <p:txBody>
          <a:bodyPr anchor="t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Picture Placeholder 1">
            <a:extLst>
              <a:ext uri="{FF2B5EF4-FFF2-40B4-BE49-F238E27FC236}">
                <a16:creationId xmlns:a16="http://schemas.microsoft.com/office/drawing/2014/main" id="{C1F11D19-3D38-460E-A8AF-F6A30642EC0D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339963" y="1666452"/>
            <a:ext cx="603504" cy="6035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Text Placeholder 1A">
            <a:extLst>
              <a:ext uri="{FF2B5EF4-FFF2-40B4-BE49-F238E27FC236}">
                <a16:creationId xmlns:a16="http://schemas.microsoft.com/office/drawing/2014/main" id="{C81E9508-943E-12E2-40E2-ECCE959A7DB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39307" y="2411413"/>
            <a:ext cx="3017520" cy="307777"/>
          </a:xfrm>
        </p:spPr>
        <p:txBody>
          <a:bodyPr>
            <a:spAutoFit/>
          </a:bodyPr>
          <a:lstStyle>
            <a:lvl1pPr marL="0" indent="0" algn="l">
              <a:spcBef>
                <a:spcPts val="400"/>
              </a:spcBef>
              <a:buNone/>
              <a:defRPr sz="1400" b="1">
                <a:solidFill>
                  <a:schemeClr val="bg1"/>
                </a:solidFill>
              </a:defRPr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15" name="Text Placeholder 1B">
            <a:extLst>
              <a:ext uri="{FF2B5EF4-FFF2-40B4-BE49-F238E27FC236}">
                <a16:creationId xmlns:a16="http://schemas.microsoft.com/office/drawing/2014/main" id="{3FE88F96-B313-6B11-EA11-D8CAA33499FF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39307" y="2838924"/>
            <a:ext cx="3017520" cy="299121"/>
          </a:xfrm>
        </p:spPr>
        <p:txBody>
          <a:bodyPr>
            <a:spAutoFit/>
          </a:bodyPr>
          <a:lstStyle>
            <a:lvl1pPr marL="0" indent="0" algn="l">
              <a:lnSpc>
                <a:spcPct val="120000"/>
              </a:lnSpc>
              <a:buFont typeface="Arial" panose="020B0604020202020204" pitchFamily="34" charset="0"/>
              <a:buNone/>
              <a:defRPr sz="1200" b="0">
                <a:solidFill>
                  <a:schemeClr val="bg1"/>
                </a:solidFill>
              </a:defRPr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F915DDB2-3A13-4240-8ECB-677499946C14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063873" y="1666452"/>
            <a:ext cx="603504" cy="6035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2" name="Text Placeholder 2A">
            <a:extLst>
              <a:ext uri="{FF2B5EF4-FFF2-40B4-BE49-F238E27FC236}">
                <a16:creationId xmlns:a16="http://schemas.microsoft.com/office/drawing/2014/main" id="{982B1F9E-BCAC-E3CD-782C-ECFA7131CAD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032533" y="2411413"/>
            <a:ext cx="3017520" cy="307777"/>
          </a:xfrm>
        </p:spPr>
        <p:txBody>
          <a:bodyPr>
            <a:spAutoFit/>
          </a:bodyPr>
          <a:lstStyle>
            <a:lvl1pPr marL="0" indent="0" algn="l">
              <a:spcBef>
                <a:spcPts val="400"/>
              </a:spcBef>
              <a:buNone/>
              <a:defRPr sz="1400" b="1">
                <a:solidFill>
                  <a:schemeClr val="bg1"/>
                </a:solidFill>
              </a:defRPr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19" name="Text Placeholder 2B">
            <a:extLst>
              <a:ext uri="{FF2B5EF4-FFF2-40B4-BE49-F238E27FC236}">
                <a16:creationId xmlns:a16="http://schemas.microsoft.com/office/drawing/2014/main" id="{D5C72B17-8AC4-DC79-69FA-C31E50CA78CC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032533" y="2838924"/>
            <a:ext cx="3017520" cy="299121"/>
          </a:xfrm>
        </p:spPr>
        <p:txBody>
          <a:bodyPr>
            <a:spAutoFit/>
          </a:bodyPr>
          <a:lstStyle>
            <a:lvl1pPr marL="0" indent="0" algn="l">
              <a:lnSpc>
                <a:spcPct val="120000"/>
              </a:lnSpc>
              <a:buFont typeface="Arial" panose="020B0604020202020204" pitchFamily="34" charset="0"/>
              <a:buNone/>
              <a:defRPr sz="1200" b="0">
                <a:solidFill>
                  <a:schemeClr val="bg1"/>
                </a:solidFill>
              </a:defRPr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25" name="Picture Placeholder 3">
            <a:extLst>
              <a:ext uri="{FF2B5EF4-FFF2-40B4-BE49-F238E27FC236}">
                <a16:creationId xmlns:a16="http://schemas.microsoft.com/office/drawing/2014/main" id="{E9059CA0-144F-4780-BA0D-005B827AAECE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339963" y="4181414"/>
            <a:ext cx="603504" cy="6035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3" name="Text Placeholder 3A">
            <a:extLst>
              <a:ext uri="{FF2B5EF4-FFF2-40B4-BE49-F238E27FC236}">
                <a16:creationId xmlns:a16="http://schemas.microsoft.com/office/drawing/2014/main" id="{0D6C2CAB-2FC1-B07D-9BC2-0D805D684A1C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39307" y="4905231"/>
            <a:ext cx="3017520" cy="307777"/>
          </a:xfrm>
        </p:spPr>
        <p:txBody>
          <a:bodyPr>
            <a:spAutoFit/>
          </a:bodyPr>
          <a:lstStyle>
            <a:lvl1pPr marL="0" indent="0" algn="l">
              <a:spcBef>
                <a:spcPts val="400"/>
              </a:spcBef>
              <a:buNone/>
              <a:defRPr sz="1400" b="1">
                <a:solidFill>
                  <a:schemeClr val="bg1"/>
                </a:solidFill>
              </a:defRPr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20" name="Text Placeholder 3B">
            <a:extLst>
              <a:ext uri="{FF2B5EF4-FFF2-40B4-BE49-F238E27FC236}">
                <a16:creationId xmlns:a16="http://schemas.microsoft.com/office/drawing/2014/main" id="{CE918E69-B475-F365-051D-ED62DCB18589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39307" y="5332743"/>
            <a:ext cx="3017520" cy="299121"/>
          </a:xfrm>
        </p:spPr>
        <p:txBody>
          <a:bodyPr>
            <a:spAutoFit/>
          </a:bodyPr>
          <a:lstStyle>
            <a:lvl1pPr marL="0" indent="0" algn="l">
              <a:lnSpc>
                <a:spcPct val="120000"/>
              </a:lnSpc>
              <a:buFont typeface="Arial" panose="020B0604020202020204" pitchFamily="34" charset="0"/>
              <a:buNone/>
              <a:defRPr sz="1200" b="0">
                <a:solidFill>
                  <a:schemeClr val="bg1"/>
                </a:solidFill>
              </a:defRPr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26" name="Picture Placeholder 4">
            <a:extLst>
              <a:ext uri="{FF2B5EF4-FFF2-40B4-BE49-F238E27FC236}">
                <a16:creationId xmlns:a16="http://schemas.microsoft.com/office/drawing/2014/main" id="{B770164C-988C-4217-B0E9-7D0DC17C8BC6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4058009" y="4193612"/>
            <a:ext cx="603504" cy="6035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4" name="Text Placeholder 4A">
            <a:extLst>
              <a:ext uri="{FF2B5EF4-FFF2-40B4-BE49-F238E27FC236}">
                <a16:creationId xmlns:a16="http://schemas.microsoft.com/office/drawing/2014/main" id="{7290358E-4C83-BF7F-36B5-69AD36333A6A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032533" y="4905231"/>
            <a:ext cx="3017520" cy="307777"/>
          </a:xfrm>
        </p:spPr>
        <p:txBody>
          <a:bodyPr>
            <a:spAutoFit/>
          </a:bodyPr>
          <a:lstStyle>
            <a:lvl1pPr marL="0" indent="0" algn="l">
              <a:spcBef>
                <a:spcPts val="400"/>
              </a:spcBef>
              <a:buNone/>
              <a:defRPr sz="1400" b="1">
                <a:solidFill>
                  <a:schemeClr val="bg1"/>
                </a:solidFill>
              </a:defRPr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22" name="Text Placeholder 4B">
            <a:extLst>
              <a:ext uri="{FF2B5EF4-FFF2-40B4-BE49-F238E27FC236}">
                <a16:creationId xmlns:a16="http://schemas.microsoft.com/office/drawing/2014/main" id="{8AA02EA2-32C3-AF59-6087-5C9359F29C9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032533" y="5332743"/>
            <a:ext cx="3017520" cy="299121"/>
          </a:xfrm>
        </p:spPr>
        <p:txBody>
          <a:bodyPr>
            <a:spAutoFit/>
          </a:bodyPr>
          <a:lstStyle>
            <a:lvl1pPr marL="0" indent="0" algn="l">
              <a:lnSpc>
                <a:spcPct val="120000"/>
              </a:lnSpc>
              <a:buFont typeface="Arial" panose="020B0604020202020204" pitchFamily="34" charset="0"/>
              <a:buNone/>
              <a:defRPr sz="1200" b="0">
                <a:solidFill>
                  <a:schemeClr val="bg1"/>
                </a:solidFill>
              </a:defRPr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17DC07-7BD9-4E4C-5B4C-06CE2091F71B}"/>
              </a:ext>
            </a:extLst>
          </p:cNvPr>
          <p:cNvSpPr>
            <a:spLocks noGrp="1"/>
          </p:cNvSpPr>
          <p:nvPr>
            <p:ph type="ftr" sz="quarter" idx="3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WWW.MARLABS.COM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789A9A-CEA4-A7ED-B50A-860DD93C4146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fld id="{DEC249AF-B46D-634D-A11F-7A118F00FCC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6D59B81-173A-E47F-8077-9E5660054234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7808101" y="1666452"/>
            <a:ext cx="603504" cy="6035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Text Placeholder 2A">
            <a:extLst>
              <a:ext uri="{FF2B5EF4-FFF2-40B4-BE49-F238E27FC236}">
                <a16:creationId xmlns:a16="http://schemas.microsoft.com/office/drawing/2014/main" id="{2EA9B365-4FBC-324A-DFF9-702856A21A32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776761" y="2411413"/>
            <a:ext cx="3017520" cy="307777"/>
          </a:xfrm>
        </p:spPr>
        <p:txBody>
          <a:bodyPr>
            <a:spAutoFit/>
          </a:bodyPr>
          <a:lstStyle>
            <a:lvl1pPr marL="0" indent="0" algn="l">
              <a:spcBef>
                <a:spcPts val="400"/>
              </a:spcBef>
              <a:buNone/>
              <a:defRPr sz="1400" b="1">
                <a:solidFill>
                  <a:schemeClr val="bg1"/>
                </a:solidFill>
              </a:defRPr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9" name="Text Placeholder 2B">
            <a:extLst>
              <a:ext uri="{FF2B5EF4-FFF2-40B4-BE49-F238E27FC236}">
                <a16:creationId xmlns:a16="http://schemas.microsoft.com/office/drawing/2014/main" id="{8C379932-876B-328D-C69C-332FFB15BE33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776761" y="2838924"/>
            <a:ext cx="3017520" cy="299121"/>
          </a:xfrm>
        </p:spPr>
        <p:txBody>
          <a:bodyPr>
            <a:spAutoFit/>
          </a:bodyPr>
          <a:lstStyle>
            <a:lvl1pPr marL="0" indent="0" algn="l">
              <a:lnSpc>
                <a:spcPct val="120000"/>
              </a:lnSpc>
              <a:buFont typeface="Arial" panose="020B0604020202020204" pitchFamily="34" charset="0"/>
              <a:buNone/>
              <a:defRPr sz="1200" b="0">
                <a:solidFill>
                  <a:schemeClr val="bg1"/>
                </a:solidFill>
              </a:defRPr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4918900E-D03E-5CA5-E3D3-C850F1B0966F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7802237" y="4193612"/>
            <a:ext cx="603504" cy="6035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6" name="Text Placeholder 4A">
            <a:extLst>
              <a:ext uri="{FF2B5EF4-FFF2-40B4-BE49-F238E27FC236}">
                <a16:creationId xmlns:a16="http://schemas.microsoft.com/office/drawing/2014/main" id="{6B8F9EC0-E829-4FBF-7D51-004403400DBF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776761" y="4905231"/>
            <a:ext cx="3017520" cy="307777"/>
          </a:xfrm>
        </p:spPr>
        <p:txBody>
          <a:bodyPr>
            <a:spAutoFit/>
          </a:bodyPr>
          <a:lstStyle>
            <a:lvl1pPr marL="0" indent="0" algn="l">
              <a:spcBef>
                <a:spcPts val="400"/>
              </a:spcBef>
              <a:buNone/>
              <a:defRPr sz="1400" b="1">
                <a:solidFill>
                  <a:schemeClr val="bg1"/>
                </a:solidFill>
              </a:defRPr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17" name="Text Placeholder 4B">
            <a:extLst>
              <a:ext uri="{FF2B5EF4-FFF2-40B4-BE49-F238E27FC236}">
                <a16:creationId xmlns:a16="http://schemas.microsoft.com/office/drawing/2014/main" id="{093DE34F-9FAF-4805-9FFC-0359E9972E9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776761" y="5332743"/>
            <a:ext cx="3017520" cy="299121"/>
          </a:xfrm>
        </p:spPr>
        <p:txBody>
          <a:bodyPr>
            <a:spAutoFit/>
          </a:bodyPr>
          <a:lstStyle>
            <a:lvl1pPr marL="0" indent="0" algn="l">
              <a:lnSpc>
                <a:spcPct val="120000"/>
              </a:lnSpc>
              <a:buFont typeface="Arial" panose="020B0604020202020204" pitchFamily="34" charset="0"/>
              <a:buNone/>
              <a:defRPr sz="1200" b="0">
                <a:solidFill>
                  <a:schemeClr val="bg1"/>
                </a:solidFill>
              </a:defRPr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23" name="Footer Placeholder 4">
            <a:extLst>
              <a:ext uri="{FF2B5EF4-FFF2-40B4-BE49-F238E27FC236}">
                <a16:creationId xmlns:a16="http://schemas.microsoft.com/office/drawing/2014/main" id="{45AC1CCF-47A5-D66D-DFBF-6881FEFBB214}"/>
              </a:ext>
            </a:extLst>
          </p:cNvPr>
          <p:cNvSpPr txBox="1">
            <a:spLocks/>
          </p:cNvSpPr>
          <p:nvPr userDrawn="1"/>
        </p:nvSpPr>
        <p:spPr>
          <a:xfrm rot="5400000">
            <a:off x="10473720" y="493263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 cap="all" baseline="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>
                <a:latin typeface="Segoe UI" panose="020B0502040204020203" pitchFamily="34" charset="0"/>
                <a:cs typeface="Segoe UI" panose="020B0502040204020203" pitchFamily="34" charset="0"/>
              </a:rPr>
              <a:t>MARLABS – DRIVING DIGITAL AGILITY</a:t>
            </a:r>
          </a:p>
        </p:txBody>
      </p:sp>
    </p:spTree>
    <p:extLst>
      <p:ext uri="{BB962C8B-B14F-4D97-AF65-F5344CB8AC3E}">
        <p14:creationId xmlns:p14="http://schemas.microsoft.com/office/powerpoint/2010/main" val="30155656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ulti-Item w/icon layout Dar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D3689EDD-F62A-C2CD-5D2C-E69634CC65FB}"/>
              </a:ext>
            </a:extLst>
          </p:cNvPr>
          <p:cNvSpPr/>
          <p:nvPr userDrawn="1"/>
        </p:nvSpPr>
        <p:spPr>
          <a:xfrm>
            <a:off x="11482510" y="0"/>
            <a:ext cx="70949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7761BB7C-7EA4-5EEF-3DFD-7E650C6212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63" y="447293"/>
            <a:ext cx="10454318" cy="646331"/>
          </a:xfrm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Picture Placeholder 1">
            <a:extLst>
              <a:ext uri="{FF2B5EF4-FFF2-40B4-BE49-F238E27FC236}">
                <a16:creationId xmlns:a16="http://schemas.microsoft.com/office/drawing/2014/main" id="{C1F11D19-3D38-460E-A8AF-F6A30642EC0D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339963" y="1666452"/>
            <a:ext cx="603504" cy="6035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Text Placeholder 1A">
            <a:extLst>
              <a:ext uri="{FF2B5EF4-FFF2-40B4-BE49-F238E27FC236}">
                <a16:creationId xmlns:a16="http://schemas.microsoft.com/office/drawing/2014/main" id="{C81E9508-943E-12E2-40E2-ECCE959A7DB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39307" y="2411413"/>
            <a:ext cx="3017520" cy="307777"/>
          </a:xfrm>
        </p:spPr>
        <p:txBody>
          <a:bodyPr>
            <a:spAutoFit/>
          </a:bodyPr>
          <a:lstStyle>
            <a:lvl1pPr marL="0" indent="0" algn="l">
              <a:spcBef>
                <a:spcPts val="400"/>
              </a:spcBef>
              <a:buNone/>
              <a:defRPr sz="1400" b="1">
                <a:solidFill>
                  <a:schemeClr val="tx1"/>
                </a:solidFill>
              </a:defRPr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15" name="Text Placeholder 1B">
            <a:extLst>
              <a:ext uri="{FF2B5EF4-FFF2-40B4-BE49-F238E27FC236}">
                <a16:creationId xmlns:a16="http://schemas.microsoft.com/office/drawing/2014/main" id="{3FE88F96-B313-6B11-EA11-D8CAA33499FF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39307" y="2838924"/>
            <a:ext cx="3017520" cy="299121"/>
          </a:xfrm>
        </p:spPr>
        <p:txBody>
          <a:bodyPr>
            <a:spAutoFit/>
          </a:bodyPr>
          <a:lstStyle>
            <a:lvl1pPr marL="0" indent="0" algn="l">
              <a:lnSpc>
                <a:spcPct val="120000"/>
              </a:lnSpc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</a:defRPr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F915DDB2-3A13-4240-8ECB-677499946C14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063873" y="1666452"/>
            <a:ext cx="603504" cy="6035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2" name="Text Placeholder 2A">
            <a:extLst>
              <a:ext uri="{FF2B5EF4-FFF2-40B4-BE49-F238E27FC236}">
                <a16:creationId xmlns:a16="http://schemas.microsoft.com/office/drawing/2014/main" id="{982B1F9E-BCAC-E3CD-782C-ECFA7131CAD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032533" y="2411413"/>
            <a:ext cx="3017520" cy="307777"/>
          </a:xfrm>
        </p:spPr>
        <p:txBody>
          <a:bodyPr>
            <a:spAutoFit/>
          </a:bodyPr>
          <a:lstStyle>
            <a:lvl1pPr marL="0" indent="0" algn="l">
              <a:spcBef>
                <a:spcPts val="400"/>
              </a:spcBef>
              <a:buNone/>
              <a:defRPr sz="1400" b="1">
                <a:solidFill>
                  <a:schemeClr val="tx1"/>
                </a:solidFill>
              </a:defRPr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19" name="Text Placeholder 2B">
            <a:extLst>
              <a:ext uri="{FF2B5EF4-FFF2-40B4-BE49-F238E27FC236}">
                <a16:creationId xmlns:a16="http://schemas.microsoft.com/office/drawing/2014/main" id="{D5C72B17-8AC4-DC79-69FA-C31E50CA78CC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032533" y="2838924"/>
            <a:ext cx="3017520" cy="299121"/>
          </a:xfrm>
        </p:spPr>
        <p:txBody>
          <a:bodyPr>
            <a:spAutoFit/>
          </a:bodyPr>
          <a:lstStyle>
            <a:lvl1pPr marL="0" indent="0" algn="l">
              <a:lnSpc>
                <a:spcPct val="120000"/>
              </a:lnSpc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</a:defRPr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25" name="Picture Placeholder 3">
            <a:extLst>
              <a:ext uri="{FF2B5EF4-FFF2-40B4-BE49-F238E27FC236}">
                <a16:creationId xmlns:a16="http://schemas.microsoft.com/office/drawing/2014/main" id="{E9059CA0-144F-4780-BA0D-005B827AAECE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339963" y="4181414"/>
            <a:ext cx="603504" cy="6035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3" name="Text Placeholder 3A">
            <a:extLst>
              <a:ext uri="{FF2B5EF4-FFF2-40B4-BE49-F238E27FC236}">
                <a16:creationId xmlns:a16="http://schemas.microsoft.com/office/drawing/2014/main" id="{0D6C2CAB-2FC1-B07D-9BC2-0D805D684A1C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39307" y="4905231"/>
            <a:ext cx="3017520" cy="307777"/>
          </a:xfrm>
        </p:spPr>
        <p:txBody>
          <a:bodyPr>
            <a:spAutoFit/>
          </a:bodyPr>
          <a:lstStyle>
            <a:lvl1pPr marL="0" indent="0" algn="l">
              <a:spcBef>
                <a:spcPts val="400"/>
              </a:spcBef>
              <a:buNone/>
              <a:defRPr sz="1400" b="1">
                <a:solidFill>
                  <a:schemeClr val="tx1"/>
                </a:solidFill>
              </a:defRPr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20" name="Text Placeholder 3B">
            <a:extLst>
              <a:ext uri="{FF2B5EF4-FFF2-40B4-BE49-F238E27FC236}">
                <a16:creationId xmlns:a16="http://schemas.microsoft.com/office/drawing/2014/main" id="{CE918E69-B475-F365-051D-ED62DCB18589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39307" y="5332743"/>
            <a:ext cx="3017520" cy="299121"/>
          </a:xfrm>
        </p:spPr>
        <p:txBody>
          <a:bodyPr>
            <a:spAutoFit/>
          </a:bodyPr>
          <a:lstStyle>
            <a:lvl1pPr marL="0" indent="0" algn="l">
              <a:lnSpc>
                <a:spcPct val="120000"/>
              </a:lnSpc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</a:defRPr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26" name="Picture Placeholder 4">
            <a:extLst>
              <a:ext uri="{FF2B5EF4-FFF2-40B4-BE49-F238E27FC236}">
                <a16:creationId xmlns:a16="http://schemas.microsoft.com/office/drawing/2014/main" id="{B770164C-988C-4217-B0E9-7D0DC17C8BC6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4058009" y="4193612"/>
            <a:ext cx="603504" cy="6035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4" name="Text Placeholder 4A">
            <a:extLst>
              <a:ext uri="{FF2B5EF4-FFF2-40B4-BE49-F238E27FC236}">
                <a16:creationId xmlns:a16="http://schemas.microsoft.com/office/drawing/2014/main" id="{7290358E-4C83-BF7F-36B5-69AD36333A6A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032533" y="4905231"/>
            <a:ext cx="3017520" cy="307777"/>
          </a:xfrm>
        </p:spPr>
        <p:txBody>
          <a:bodyPr>
            <a:spAutoFit/>
          </a:bodyPr>
          <a:lstStyle>
            <a:lvl1pPr marL="0" indent="0" algn="l">
              <a:spcBef>
                <a:spcPts val="400"/>
              </a:spcBef>
              <a:buNone/>
              <a:defRPr sz="1400" b="1">
                <a:solidFill>
                  <a:schemeClr val="tx1"/>
                </a:solidFill>
              </a:defRPr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22" name="Text Placeholder 4B">
            <a:extLst>
              <a:ext uri="{FF2B5EF4-FFF2-40B4-BE49-F238E27FC236}">
                <a16:creationId xmlns:a16="http://schemas.microsoft.com/office/drawing/2014/main" id="{8AA02EA2-32C3-AF59-6087-5C9359F29C9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032533" y="5332743"/>
            <a:ext cx="3017520" cy="299121"/>
          </a:xfrm>
        </p:spPr>
        <p:txBody>
          <a:bodyPr>
            <a:spAutoFit/>
          </a:bodyPr>
          <a:lstStyle>
            <a:lvl1pPr marL="0" indent="0" algn="l">
              <a:lnSpc>
                <a:spcPct val="120000"/>
              </a:lnSpc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</a:defRPr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17DC07-7BD9-4E4C-5B4C-06CE2091F71B}"/>
              </a:ext>
            </a:extLst>
          </p:cNvPr>
          <p:cNvSpPr>
            <a:spLocks noGrp="1"/>
          </p:cNvSpPr>
          <p:nvPr>
            <p:ph type="ftr" sz="quarter" idx="3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WWW.MARLABS.COM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789A9A-CEA4-A7ED-B50A-860DD93C4146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fld id="{DEC249AF-B46D-634D-A11F-7A118F00FCC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6D59B81-173A-E47F-8077-9E5660054234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7808101" y="1666452"/>
            <a:ext cx="603504" cy="6035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Text Placeholder 2A">
            <a:extLst>
              <a:ext uri="{FF2B5EF4-FFF2-40B4-BE49-F238E27FC236}">
                <a16:creationId xmlns:a16="http://schemas.microsoft.com/office/drawing/2014/main" id="{2EA9B365-4FBC-324A-DFF9-702856A21A32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776761" y="2411413"/>
            <a:ext cx="3017520" cy="307777"/>
          </a:xfrm>
        </p:spPr>
        <p:txBody>
          <a:bodyPr>
            <a:spAutoFit/>
          </a:bodyPr>
          <a:lstStyle>
            <a:lvl1pPr marL="0" indent="0" algn="l">
              <a:spcBef>
                <a:spcPts val="400"/>
              </a:spcBef>
              <a:buNone/>
              <a:defRPr sz="1400" b="1">
                <a:solidFill>
                  <a:schemeClr val="tx1"/>
                </a:solidFill>
              </a:defRPr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9" name="Text Placeholder 2B">
            <a:extLst>
              <a:ext uri="{FF2B5EF4-FFF2-40B4-BE49-F238E27FC236}">
                <a16:creationId xmlns:a16="http://schemas.microsoft.com/office/drawing/2014/main" id="{8C379932-876B-328D-C69C-332FFB15BE33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776761" y="2838924"/>
            <a:ext cx="3017520" cy="299121"/>
          </a:xfrm>
        </p:spPr>
        <p:txBody>
          <a:bodyPr>
            <a:spAutoFit/>
          </a:bodyPr>
          <a:lstStyle>
            <a:lvl1pPr marL="0" indent="0" algn="l">
              <a:lnSpc>
                <a:spcPct val="120000"/>
              </a:lnSpc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</a:defRPr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4918900E-D03E-5CA5-E3D3-C850F1B0966F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7802237" y="4193612"/>
            <a:ext cx="603504" cy="6035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6" name="Text Placeholder 4A">
            <a:extLst>
              <a:ext uri="{FF2B5EF4-FFF2-40B4-BE49-F238E27FC236}">
                <a16:creationId xmlns:a16="http://schemas.microsoft.com/office/drawing/2014/main" id="{6B8F9EC0-E829-4FBF-7D51-004403400DBF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776761" y="4905231"/>
            <a:ext cx="3017520" cy="307777"/>
          </a:xfrm>
        </p:spPr>
        <p:txBody>
          <a:bodyPr>
            <a:spAutoFit/>
          </a:bodyPr>
          <a:lstStyle>
            <a:lvl1pPr marL="0" indent="0" algn="l">
              <a:spcBef>
                <a:spcPts val="400"/>
              </a:spcBef>
              <a:buNone/>
              <a:defRPr sz="1400" b="1">
                <a:solidFill>
                  <a:schemeClr val="tx1"/>
                </a:solidFill>
              </a:defRPr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17" name="Text Placeholder 4B">
            <a:extLst>
              <a:ext uri="{FF2B5EF4-FFF2-40B4-BE49-F238E27FC236}">
                <a16:creationId xmlns:a16="http://schemas.microsoft.com/office/drawing/2014/main" id="{093DE34F-9FAF-4805-9FFC-0359E9972E9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776761" y="5332743"/>
            <a:ext cx="3017520" cy="299121"/>
          </a:xfrm>
        </p:spPr>
        <p:txBody>
          <a:bodyPr>
            <a:spAutoFit/>
          </a:bodyPr>
          <a:lstStyle>
            <a:lvl1pPr marL="0" indent="0" algn="l">
              <a:lnSpc>
                <a:spcPct val="120000"/>
              </a:lnSpc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</a:defRPr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23" name="Footer Placeholder 4">
            <a:extLst>
              <a:ext uri="{FF2B5EF4-FFF2-40B4-BE49-F238E27FC236}">
                <a16:creationId xmlns:a16="http://schemas.microsoft.com/office/drawing/2014/main" id="{4A367A4E-BBB4-2F88-7003-280E659CF71C}"/>
              </a:ext>
            </a:extLst>
          </p:cNvPr>
          <p:cNvSpPr txBox="1">
            <a:spLocks/>
          </p:cNvSpPr>
          <p:nvPr userDrawn="1"/>
        </p:nvSpPr>
        <p:spPr>
          <a:xfrm rot="5400000">
            <a:off x="10473720" y="493263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 cap="all" baseline="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>
                <a:latin typeface="Segoe UI" panose="020B0502040204020203" pitchFamily="34" charset="0"/>
                <a:cs typeface="Segoe UI" panose="020B0502040204020203" pitchFamily="34" charset="0"/>
              </a:rPr>
              <a:t>MARLABS – DRIVING DIGITAL AGILITY</a:t>
            </a:r>
          </a:p>
        </p:txBody>
      </p:sp>
    </p:spTree>
    <p:extLst>
      <p:ext uri="{BB962C8B-B14F-4D97-AF65-F5344CB8AC3E}">
        <p14:creationId xmlns:p14="http://schemas.microsoft.com/office/powerpoint/2010/main" val="23261556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tailed Team Member Highlight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B3EC5BE-605E-8842-194D-FB76E0A2F4D1}"/>
              </a:ext>
            </a:extLst>
          </p:cNvPr>
          <p:cNvSpPr/>
          <p:nvPr userDrawn="1"/>
        </p:nvSpPr>
        <p:spPr>
          <a:xfrm>
            <a:off x="11482510" y="0"/>
            <a:ext cx="70949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4912890-B5DF-1C2B-DBD6-DE71990159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600" y="946999"/>
            <a:ext cx="576072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B0E995F-431F-69EB-308F-36EF94699A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671734" y="946999"/>
            <a:ext cx="4539402" cy="4539402"/>
          </a:xfrm>
          <a:prstGeom prst="ellipse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Picture Placeholder 29">
            <a:extLst>
              <a:ext uri="{FF2B5EF4-FFF2-40B4-BE49-F238E27FC236}">
                <a16:creationId xmlns:a16="http://schemas.microsoft.com/office/drawing/2014/main" id="{872E7939-7849-4D2B-8787-DCC38E52D13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899055" y="1210184"/>
            <a:ext cx="4074119" cy="4000712"/>
          </a:xfrm>
          <a:prstGeom prst="ellipse">
            <a:avLst/>
          </a:prstGeom>
          <a:pattFill prst="pct50">
            <a:fgClr>
              <a:schemeClr val="accent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 typeface="+mj-lt"/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 photo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31548A-6AE1-05CA-4FE0-ED2E3DB127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10473720" y="1554163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WWW.MARLABS.COM</a:t>
            </a:r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64E5215F-9DB9-ED6C-AD1A-4CA64FA9F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30634" y="3246438"/>
            <a:ext cx="629372" cy="365125"/>
          </a:xfrm>
        </p:spPr>
        <p:txBody>
          <a:bodyPr/>
          <a:lstStyle/>
          <a:p>
            <a:fld id="{DEC249AF-B46D-634D-A11F-7A118F00FCC1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E23DD8C-D055-A927-4581-5EE92EBA2D5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55600" y="2444750"/>
            <a:ext cx="5761038" cy="136447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0D10679D-0AA0-2728-ED3A-31B123D254A2}"/>
              </a:ext>
            </a:extLst>
          </p:cNvPr>
          <p:cNvSpPr txBox="1">
            <a:spLocks/>
          </p:cNvSpPr>
          <p:nvPr userDrawn="1"/>
        </p:nvSpPr>
        <p:spPr>
          <a:xfrm rot="5400000">
            <a:off x="10473720" y="493263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 cap="all" baseline="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>
                <a:latin typeface="Segoe UI" panose="020B0502040204020203" pitchFamily="34" charset="0"/>
                <a:cs typeface="Segoe UI" panose="020B0502040204020203" pitchFamily="34" charset="0"/>
              </a:rPr>
              <a:t>MARLABS – DRIVING DIGITAL AGILITY</a:t>
            </a:r>
          </a:p>
        </p:txBody>
      </p:sp>
    </p:spTree>
    <p:extLst>
      <p:ext uri="{BB962C8B-B14F-4D97-AF65-F5344CB8AC3E}">
        <p14:creationId xmlns:p14="http://schemas.microsoft.com/office/powerpoint/2010/main" val="331585740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tailed Team Member Highlight Dar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912890-B5DF-1C2B-DBD6-DE71990159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600" y="946999"/>
            <a:ext cx="5760720" cy="132556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B0E995F-431F-69EB-308F-36EF94699A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671734" y="946999"/>
            <a:ext cx="4539402" cy="4539402"/>
          </a:xfrm>
          <a:prstGeom prst="ellipse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Picture Placeholder 29">
            <a:extLst>
              <a:ext uri="{FF2B5EF4-FFF2-40B4-BE49-F238E27FC236}">
                <a16:creationId xmlns:a16="http://schemas.microsoft.com/office/drawing/2014/main" id="{872E7939-7849-4D2B-8787-DCC38E52D13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899055" y="1210184"/>
            <a:ext cx="4074119" cy="4000712"/>
          </a:xfrm>
          <a:prstGeom prst="ellipse">
            <a:avLst/>
          </a:prstGeom>
          <a:pattFill prst="pct50">
            <a:fgClr>
              <a:schemeClr val="accent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 typeface="+mj-lt"/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 photo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31548A-6AE1-05CA-4FE0-ED2E3DB127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10473720" y="1554163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WWW.MARLABS.COM</a:t>
            </a:r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64E5215F-9DB9-ED6C-AD1A-4CA64FA9F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30634" y="3246438"/>
            <a:ext cx="629372" cy="365125"/>
          </a:xfrm>
        </p:spPr>
        <p:txBody>
          <a:bodyPr/>
          <a:lstStyle/>
          <a:p>
            <a:fld id="{DEC249AF-B46D-634D-A11F-7A118F00FCC1}" type="slidenum">
              <a:rPr lang="en-US" smtClean="0"/>
              <a:t>‹#›</a:t>
            </a:fld>
            <a:endParaRPr lang="en-US"/>
          </a:p>
        </p:txBody>
      </p:sp>
      <p:sp>
        <p:nvSpPr>
          <p:cNvPr id="5" name="Content Placeholder 6">
            <a:extLst>
              <a:ext uri="{FF2B5EF4-FFF2-40B4-BE49-F238E27FC236}">
                <a16:creationId xmlns:a16="http://schemas.microsoft.com/office/drawing/2014/main" id="{485736E0-001E-0EE5-1529-2B5473BF112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55600" y="2444750"/>
            <a:ext cx="5761038" cy="136447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2EBA6147-B758-5FE0-CFD4-2BD2BDF83D9B}"/>
              </a:ext>
            </a:extLst>
          </p:cNvPr>
          <p:cNvSpPr txBox="1">
            <a:spLocks/>
          </p:cNvSpPr>
          <p:nvPr userDrawn="1"/>
        </p:nvSpPr>
        <p:spPr>
          <a:xfrm rot="5400000">
            <a:off x="10473720" y="493263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 cap="all" baseline="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>
                <a:latin typeface="Segoe UI" panose="020B0502040204020203" pitchFamily="34" charset="0"/>
                <a:cs typeface="Segoe UI" panose="020B0502040204020203" pitchFamily="34" charset="0"/>
              </a:rPr>
              <a:t>MARLABS – DRIVING DIGITAL AGILITY</a:t>
            </a:r>
          </a:p>
        </p:txBody>
      </p:sp>
    </p:spTree>
    <p:extLst>
      <p:ext uri="{BB962C8B-B14F-4D97-AF65-F5344CB8AC3E}">
        <p14:creationId xmlns:p14="http://schemas.microsoft.com/office/powerpoint/2010/main" val="185143196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X4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81E76D-FEBC-C7FE-9659-0CDC2E8C16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449858"/>
            <a:ext cx="10515600" cy="646331"/>
          </a:xfrm>
        </p:spPr>
        <p:txBody>
          <a:bodyPr>
            <a:spAutoFit/>
          </a:bodyPr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4" name="Picture Placeholder 9">
            <a:extLst>
              <a:ext uri="{FF2B5EF4-FFF2-40B4-BE49-F238E27FC236}">
                <a16:creationId xmlns:a16="http://schemas.microsoft.com/office/drawing/2014/main" id="{18B0121B-CD0E-495B-9B36-4E88EA4A978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178730" y="2831110"/>
            <a:ext cx="1391577" cy="1391576"/>
          </a:xfrm>
          <a:prstGeom prst="ellipse">
            <a:avLst/>
          </a:prstGeom>
          <a:ln w="34925">
            <a:solidFill>
              <a:schemeClr val="accent2"/>
            </a:solidFill>
          </a:ln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 photo</a:t>
            </a:r>
          </a:p>
        </p:txBody>
      </p:sp>
      <p:sp>
        <p:nvSpPr>
          <p:cNvPr id="81" name="Picture Placeholder 9">
            <a:extLst>
              <a:ext uri="{FF2B5EF4-FFF2-40B4-BE49-F238E27FC236}">
                <a16:creationId xmlns:a16="http://schemas.microsoft.com/office/drawing/2014/main" id="{4508E76D-2071-4546-8DF2-405B38E2E271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3857585" y="2831110"/>
            <a:ext cx="1391577" cy="1391576"/>
          </a:xfrm>
          <a:prstGeom prst="ellipse">
            <a:avLst/>
          </a:prstGeom>
          <a:ln w="34925">
            <a:solidFill>
              <a:schemeClr val="accent2"/>
            </a:solidFill>
          </a:ln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 photo</a:t>
            </a:r>
          </a:p>
        </p:txBody>
      </p:sp>
      <p:sp>
        <p:nvSpPr>
          <p:cNvPr id="85" name="Picture Placeholder 9">
            <a:extLst>
              <a:ext uri="{FF2B5EF4-FFF2-40B4-BE49-F238E27FC236}">
                <a16:creationId xmlns:a16="http://schemas.microsoft.com/office/drawing/2014/main" id="{D319C8D5-E3A6-45C8-8A64-1C1B70C90DD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6536440" y="2831110"/>
            <a:ext cx="1391577" cy="1391576"/>
          </a:xfrm>
          <a:prstGeom prst="ellipse">
            <a:avLst/>
          </a:prstGeom>
          <a:ln w="34925">
            <a:solidFill>
              <a:schemeClr val="accent2"/>
            </a:solidFill>
          </a:ln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 photo</a:t>
            </a:r>
          </a:p>
        </p:txBody>
      </p:sp>
      <p:sp>
        <p:nvSpPr>
          <p:cNvPr id="87" name="Picture Placeholder 9">
            <a:extLst>
              <a:ext uri="{FF2B5EF4-FFF2-40B4-BE49-F238E27FC236}">
                <a16:creationId xmlns:a16="http://schemas.microsoft.com/office/drawing/2014/main" id="{01486F31-E79E-4E60-8749-B8036B3F096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9215294" y="2831110"/>
            <a:ext cx="1391577" cy="1391576"/>
          </a:xfrm>
          <a:prstGeom prst="ellipse">
            <a:avLst/>
          </a:prstGeom>
          <a:ln w="34925">
            <a:solidFill>
              <a:schemeClr val="accent2"/>
            </a:solidFill>
          </a:ln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 photo</a:t>
            </a:r>
          </a:p>
        </p:txBody>
      </p:sp>
      <p:sp>
        <p:nvSpPr>
          <p:cNvPr id="41" name="Text Placeholder 14">
            <a:extLst>
              <a:ext uri="{FF2B5EF4-FFF2-40B4-BE49-F238E27FC236}">
                <a16:creationId xmlns:a16="http://schemas.microsoft.com/office/drawing/2014/main" id="{5FE36F90-735E-43D7-854A-0347B805053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40079" y="4421868"/>
            <a:ext cx="2468880" cy="27465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 cap="none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Add Name</a:t>
            </a:r>
          </a:p>
        </p:txBody>
      </p:sp>
      <p:sp>
        <p:nvSpPr>
          <p:cNvPr id="42" name="Text Placeholder 14">
            <a:extLst>
              <a:ext uri="{FF2B5EF4-FFF2-40B4-BE49-F238E27FC236}">
                <a16:creationId xmlns:a16="http://schemas.microsoft.com/office/drawing/2014/main" id="{2D0125FE-7543-4B0C-8C50-D4F2949EE8A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40079" y="4752736"/>
            <a:ext cx="2468880" cy="3651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cap="none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Add title</a:t>
            </a:r>
          </a:p>
        </p:txBody>
      </p:sp>
      <p:sp>
        <p:nvSpPr>
          <p:cNvPr id="43" name="Text Placeholder 14">
            <a:extLst>
              <a:ext uri="{FF2B5EF4-FFF2-40B4-BE49-F238E27FC236}">
                <a16:creationId xmlns:a16="http://schemas.microsoft.com/office/drawing/2014/main" id="{839FFFF4-4A0D-40BD-B34D-CD03D03FBEC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322319" y="4421868"/>
            <a:ext cx="2468880" cy="27465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lang="en-US" sz="1600" b="1" kern="1200" cap="none" spc="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85750" lvl="0" indent="-285750" algn="ctr" defTabSz="914400" rtl="0" eaLnBrk="1" latinLnBrk="0" hangingPunct="1">
              <a:lnSpc>
                <a:spcPct val="100000"/>
              </a:lnSpc>
              <a:spcBef>
                <a:spcPts val="1000"/>
              </a:spcBef>
            </a:pPr>
            <a:r>
              <a:rPr lang="en-US"/>
              <a:t>Add Name</a:t>
            </a:r>
          </a:p>
        </p:txBody>
      </p:sp>
      <p:sp>
        <p:nvSpPr>
          <p:cNvPr id="44" name="Text Placeholder 14">
            <a:extLst>
              <a:ext uri="{FF2B5EF4-FFF2-40B4-BE49-F238E27FC236}">
                <a16:creationId xmlns:a16="http://schemas.microsoft.com/office/drawing/2014/main" id="{2697A53A-8491-4753-901E-02236DC0D5C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322319" y="4752736"/>
            <a:ext cx="2468880" cy="3651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cap="none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Add title</a:t>
            </a:r>
          </a:p>
        </p:txBody>
      </p:sp>
      <p:sp>
        <p:nvSpPr>
          <p:cNvPr id="45" name="Text Placeholder 14">
            <a:extLst>
              <a:ext uri="{FF2B5EF4-FFF2-40B4-BE49-F238E27FC236}">
                <a16:creationId xmlns:a16="http://schemas.microsoft.com/office/drawing/2014/main" id="{A51D26D1-89AE-43E7-8F1B-E28B18019F8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004559" y="4422036"/>
            <a:ext cx="2468880" cy="27465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lang="en-US" sz="1600" b="1" kern="1200" cap="none" spc="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85750" lvl="0" indent="-285750" algn="ctr" defTabSz="914400" rtl="0" eaLnBrk="1" latinLnBrk="0" hangingPunct="1">
              <a:lnSpc>
                <a:spcPct val="100000"/>
              </a:lnSpc>
              <a:spcBef>
                <a:spcPts val="1000"/>
              </a:spcBef>
            </a:pPr>
            <a:r>
              <a:rPr lang="en-US"/>
              <a:t>Add Name</a:t>
            </a:r>
          </a:p>
        </p:txBody>
      </p:sp>
      <p:sp>
        <p:nvSpPr>
          <p:cNvPr id="46" name="Text Placeholder 14">
            <a:extLst>
              <a:ext uri="{FF2B5EF4-FFF2-40B4-BE49-F238E27FC236}">
                <a16:creationId xmlns:a16="http://schemas.microsoft.com/office/drawing/2014/main" id="{0191059F-A4F0-4F1C-8237-308B7AD3F97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004559" y="4752736"/>
            <a:ext cx="2468880" cy="3651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cap="none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Add title</a:t>
            </a:r>
          </a:p>
        </p:txBody>
      </p:sp>
      <p:sp>
        <p:nvSpPr>
          <p:cNvPr id="47" name="Text Placeholder 14">
            <a:extLst>
              <a:ext uri="{FF2B5EF4-FFF2-40B4-BE49-F238E27FC236}">
                <a16:creationId xmlns:a16="http://schemas.microsoft.com/office/drawing/2014/main" id="{CFCD3D62-2515-40AC-A8A1-F7786244B36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686799" y="4421868"/>
            <a:ext cx="2468880" cy="27465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lang="en-US" sz="1600" b="1" kern="1200" cap="none" spc="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85750" lvl="0" indent="-285750" algn="ctr" defTabSz="914400" rtl="0" eaLnBrk="1" latinLnBrk="0" hangingPunct="1">
              <a:lnSpc>
                <a:spcPct val="100000"/>
              </a:lnSpc>
              <a:spcBef>
                <a:spcPts val="1000"/>
              </a:spcBef>
            </a:pPr>
            <a:r>
              <a:rPr lang="en-US"/>
              <a:t>Add Name</a:t>
            </a:r>
          </a:p>
        </p:txBody>
      </p:sp>
      <p:sp>
        <p:nvSpPr>
          <p:cNvPr id="48" name="Text Placeholder 14">
            <a:extLst>
              <a:ext uri="{FF2B5EF4-FFF2-40B4-BE49-F238E27FC236}">
                <a16:creationId xmlns:a16="http://schemas.microsoft.com/office/drawing/2014/main" id="{96332DF1-A140-4DDE-9D59-EEF6D503A8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86799" y="4752736"/>
            <a:ext cx="2468880" cy="3651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cap="none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Add title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82F173-82A6-36AB-0865-4E9912AA6A80}"/>
              </a:ext>
            </a:extLst>
          </p:cNvPr>
          <p:cNvSpPr>
            <a:spLocks noGrp="1"/>
          </p:cNvSpPr>
          <p:nvPr>
            <p:ph type="ftr" sz="quarter" idx="47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WWW.MARLABS.COM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039275-1046-B16C-27FE-BD256D662FD9}"/>
              </a:ext>
            </a:extLst>
          </p:cNvPr>
          <p:cNvSpPr>
            <a:spLocks noGrp="1"/>
          </p:cNvSpPr>
          <p:nvPr>
            <p:ph type="sldNum" sz="quarter" idx="48"/>
          </p:nvPr>
        </p:nvSpPr>
        <p:spPr/>
        <p:txBody>
          <a:bodyPr/>
          <a:lstStyle/>
          <a:p>
            <a:fld id="{DEC249AF-B46D-634D-A11F-7A118F00FCC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C64CBEE3-95EB-C3EA-320F-30C93F8F4D7E}"/>
              </a:ext>
            </a:extLst>
          </p:cNvPr>
          <p:cNvSpPr txBox="1">
            <a:spLocks/>
          </p:cNvSpPr>
          <p:nvPr userDrawn="1"/>
        </p:nvSpPr>
        <p:spPr>
          <a:xfrm rot="5400000">
            <a:off x="10473720" y="493263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 cap="all" baseline="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>
                <a:latin typeface="Segoe UI" panose="020B0502040204020203" pitchFamily="34" charset="0"/>
                <a:cs typeface="Segoe UI" panose="020B0502040204020203" pitchFamily="34" charset="0"/>
              </a:rPr>
              <a:t>MARLABS – DRIVING DIGITAL AGILITY</a:t>
            </a:r>
          </a:p>
        </p:txBody>
      </p:sp>
    </p:spTree>
    <p:extLst>
      <p:ext uri="{BB962C8B-B14F-4D97-AF65-F5344CB8AC3E}">
        <p14:creationId xmlns:p14="http://schemas.microsoft.com/office/powerpoint/2010/main" val="113671890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x8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81E76D-FEBC-C7FE-9659-0CDC2E8C16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422430"/>
            <a:ext cx="10515600" cy="646331"/>
          </a:xfrm>
        </p:spPr>
        <p:txBody>
          <a:bodyPr>
            <a:spAutoFit/>
          </a:bodyPr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4" name="Picture Placeholder 9">
            <a:extLst>
              <a:ext uri="{FF2B5EF4-FFF2-40B4-BE49-F238E27FC236}">
                <a16:creationId xmlns:a16="http://schemas.microsoft.com/office/drawing/2014/main" id="{18B0121B-CD0E-495B-9B36-4E88EA4A978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178730" y="1380075"/>
            <a:ext cx="1391577" cy="1391576"/>
          </a:xfrm>
          <a:prstGeom prst="ellipse">
            <a:avLst/>
          </a:prstGeom>
          <a:ln w="34925">
            <a:solidFill>
              <a:schemeClr val="accent2"/>
            </a:solidFill>
          </a:ln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 photo</a:t>
            </a:r>
          </a:p>
        </p:txBody>
      </p:sp>
      <p:sp>
        <p:nvSpPr>
          <p:cNvPr id="81" name="Picture Placeholder 9">
            <a:extLst>
              <a:ext uri="{FF2B5EF4-FFF2-40B4-BE49-F238E27FC236}">
                <a16:creationId xmlns:a16="http://schemas.microsoft.com/office/drawing/2014/main" id="{4508E76D-2071-4546-8DF2-405B38E2E271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3857585" y="1380075"/>
            <a:ext cx="1391577" cy="1391576"/>
          </a:xfrm>
          <a:prstGeom prst="ellipse">
            <a:avLst/>
          </a:prstGeom>
          <a:ln w="34925">
            <a:solidFill>
              <a:schemeClr val="accent2"/>
            </a:solidFill>
          </a:ln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 photo</a:t>
            </a:r>
          </a:p>
        </p:txBody>
      </p:sp>
      <p:sp>
        <p:nvSpPr>
          <p:cNvPr id="85" name="Picture Placeholder 9">
            <a:extLst>
              <a:ext uri="{FF2B5EF4-FFF2-40B4-BE49-F238E27FC236}">
                <a16:creationId xmlns:a16="http://schemas.microsoft.com/office/drawing/2014/main" id="{D319C8D5-E3A6-45C8-8A64-1C1B70C90DD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6536440" y="1380075"/>
            <a:ext cx="1391577" cy="1391576"/>
          </a:xfrm>
          <a:prstGeom prst="ellipse">
            <a:avLst/>
          </a:prstGeom>
          <a:ln w="34925">
            <a:solidFill>
              <a:schemeClr val="accent2"/>
            </a:solidFill>
          </a:ln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 photo</a:t>
            </a:r>
          </a:p>
        </p:txBody>
      </p:sp>
      <p:sp>
        <p:nvSpPr>
          <p:cNvPr id="87" name="Picture Placeholder 9">
            <a:extLst>
              <a:ext uri="{FF2B5EF4-FFF2-40B4-BE49-F238E27FC236}">
                <a16:creationId xmlns:a16="http://schemas.microsoft.com/office/drawing/2014/main" id="{01486F31-E79E-4E60-8749-B8036B3F096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9215294" y="1380075"/>
            <a:ext cx="1391577" cy="1391576"/>
          </a:xfrm>
          <a:prstGeom prst="ellipse">
            <a:avLst/>
          </a:prstGeom>
          <a:ln w="34925">
            <a:solidFill>
              <a:schemeClr val="accent2"/>
            </a:solidFill>
          </a:ln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 photo</a:t>
            </a:r>
          </a:p>
        </p:txBody>
      </p:sp>
      <p:sp>
        <p:nvSpPr>
          <p:cNvPr id="41" name="Text Placeholder 14">
            <a:extLst>
              <a:ext uri="{FF2B5EF4-FFF2-40B4-BE49-F238E27FC236}">
                <a16:creationId xmlns:a16="http://schemas.microsoft.com/office/drawing/2014/main" id="{5FE36F90-735E-43D7-854A-0347B805053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40079" y="2970833"/>
            <a:ext cx="2468880" cy="27465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 cap="none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Add Name</a:t>
            </a:r>
          </a:p>
        </p:txBody>
      </p:sp>
      <p:sp>
        <p:nvSpPr>
          <p:cNvPr id="42" name="Text Placeholder 14">
            <a:extLst>
              <a:ext uri="{FF2B5EF4-FFF2-40B4-BE49-F238E27FC236}">
                <a16:creationId xmlns:a16="http://schemas.microsoft.com/office/drawing/2014/main" id="{2D0125FE-7543-4B0C-8C50-D4F2949EE8A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40079" y="3301701"/>
            <a:ext cx="2468880" cy="3651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cap="none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Add title</a:t>
            </a:r>
          </a:p>
        </p:txBody>
      </p:sp>
      <p:sp>
        <p:nvSpPr>
          <p:cNvPr id="43" name="Text Placeholder 14">
            <a:extLst>
              <a:ext uri="{FF2B5EF4-FFF2-40B4-BE49-F238E27FC236}">
                <a16:creationId xmlns:a16="http://schemas.microsoft.com/office/drawing/2014/main" id="{839FFFF4-4A0D-40BD-B34D-CD03D03FBEC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322319" y="2970833"/>
            <a:ext cx="2468880" cy="27465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lang="en-US" sz="1600" b="1" kern="1200" cap="none" spc="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85750" lvl="0" indent="-285750" algn="ctr" defTabSz="914400" rtl="0" eaLnBrk="1" latinLnBrk="0" hangingPunct="1">
              <a:lnSpc>
                <a:spcPct val="100000"/>
              </a:lnSpc>
              <a:spcBef>
                <a:spcPts val="1000"/>
              </a:spcBef>
            </a:pPr>
            <a:r>
              <a:rPr lang="en-US"/>
              <a:t>Add Name</a:t>
            </a:r>
          </a:p>
        </p:txBody>
      </p:sp>
      <p:sp>
        <p:nvSpPr>
          <p:cNvPr id="44" name="Text Placeholder 14">
            <a:extLst>
              <a:ext uri="{FF2B5EF4-FFF2-40B4-BE49-F238E27FC236}">
                <a16:creationId xmlns:a16="http://schemas.microsoft.com/office/drawing/2014/main" id="{2697A53A-8491-4753-901E-02236DC0D5C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322319" y="3301701"/>
            <a:ext cx="2468880" cy="3651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cap="none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Add title</a:t>
            </a:r>
          </a:p>
        </p:txBody>
      </p:sp>
      <p:sp>
        <p:nvSpPr>
          <p:cNvPr id="45" name="Text Placeholder 14">
            <a:extLst>
              <a:ext uri="{FF2B5EF4-FFF2-40B4-BE49-F238E27FC236}">
                <a16:creationId xmlns:a16="http://schemas.microsoft.com/office/drawing/2014/main" id="{A51D26D1-89AE-43E7-8F1B-E28B18019F8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004559" y="2971001"/>
            <a:ext cx="2468880" cy="27465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lang="en-US" sz="1600" b="1" kern="1200" cap="none" spc="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85750" lvl="0" indent="-285750" algn="ctr" defTabSz="914400" rtl="0" eaLnBrk="1" latinLnBrk="0" hangingPunct="1">
              <a:lnSpc>
                <a:spcPct val="100000"/>
              </a:lnSpc>
              <a:spcBef>
                <a:spcPts val="1000"/>
              </a:spcBef>
            </a:pPr>
            <a:r>
              <a:rPr lang="en-US"/>
              <a:t>Add Name</a:t>
            </a:r>
          </a:p>
        </p:txBody>
      </p:sp>
      <p:sp>
        <p:nvSpPr>
          <p:cNvPr id="46" name="Text Placeholder 14">
            <a:extLst>
              <a:ext uri="{FF2B5EF4-FFF2-40B4-BE49-F238E27FC236}">
                <a16:creationId xmlns:a16="http://schemas.microsoft.com/office/drawing/2014/main" id="{0191059F-A4F0-4F1C-8237-308B7AD3F97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004559" y="3301701"/>
            <a:ext cx="2468880" cy="3651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cap="none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Add title</a:t>
            </a:r>
          </a:p>
        </p:txBody>
      </p:sp>
      <p:sp>
        <p:nvSpPr>
          <p:cNvPr id="47" name="Text Placeholder 14">
            <a:extLst>
              <a:ext uri="{FF2B5EF4-FFF2-40B4-BE49-F238E27FC236}">
                <a16:creationId xmlns:a16="http://schemas.microsoft.com/office/drawing/2014/main" id="{CFCD3D62-2515-40AC-A8A1-F7786244B36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686799" y="2970833"/>
            <a:ext cx="2468880" cy="27465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lang="en-US" sz="1600" b="1" kern="1200" cap="none" spc="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85750" lvl="0" indent="-285750" algn="ctr" defTabSz="914400" rtl="0" eaLnBrk="1" latinLnBrk="0" hangingPunct="1">
              <a:lnSpc>
                <a:spcPct val="100000"/>
              </a:lnSpc>
              <a:spcBef>
                <a:spcPts val="1000"/>
              </a:spcBef>
            </a:pPr>
            <a:r>
              <a:rPr lang="en-US"/>
              <a:t>Add Name</a:t>
            </a:r>
          </a:p>
        </p:txBody>
      </p:sp>
      <p:sp>
        <p:nvSpPr>
          <p:cNvPr id="48" name="Text Placeholder 14">
            <a:extLst>
              <a:ext uri="{FF2B5EF4-FFF2-40B4-BE49-F238E27FC236}">
                <a16:creationId xmlns:a16="http://schemas.microsoft.com/office/drawing/2014/main" id="{96332DF1-A140-4DDE-9D59-EEF6D503A8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86799" y="3301701"/>
            <a:ext cx="2468880" cy="3651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cap="none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Add title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82F173-82A6-36AB-0865-4E9912AA6A80}"/>
              </a:ext>
            </a:extLst>
          </p:cNvPr>
          <p:cNvSpPr>
            <a:spLocks noGrp="1"/>
          </p:cNvSpPr>
          <p:nvPr>
            <p:ph type="ftr" sz="quarter" idx="47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WWW.MARLABS.COM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039275-1046-B16C-27FE-BD256D662FD9}"/>
              </a:ext>
            </a:extLst>
          </p:cNvPr>
          <p:cNvSpPr>
            <a:spLocks noGrp="1"/>
          </p:cNvSpPr>
          <p:nvPr>
            <p:ph type="sldNum" sz="quarter" idx="48"/>
          </p:nvPr>
        </p:nvSpPr>
        <p:spPr/>
        <p:txBody>
          <a:bodyPr/>
          <a:lstStyle/>
          <a:p>
            <a:fld id="{DEC249AF-B46D-634D-A11F-7A118F00FCC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C64CBEE3-95EB-C3EA-320F-30C93F8F4D7E}"/>
              </a:ext>
            </a:extLst>
          </p:cNvPr>
          <p:cNvSpPr txBox="1">
            <a:spLocks/>
          </p:cNvSpPr>
          <p:nvPr userDrawn="1"/>
        </p:nvSpPr>
        <p:spPr>
          <a:xfrm rot="5400000">
            <a:off x="10473720" y="493263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 cap="all" baseline="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MARLABS – DRIVING DIGITAL AGILITY</a:t>
            </a:r>
          </a:p>
        </p:txBody>
      </p:sp>
      <p:sp>
        <p:nvSpPr>
          <p:cNvPr id="4" name="Picture Placeholder 9">
            <a:extLst>
              <a:ext uri="{FF2B5EF4-FFF2-40B4-BE49-F238E27FC236}">
                <a16:creationId xmlns:a16="http://schemas.microsoft.com/office/drawing/2014/main" id="{E5E40258-CA43-F274-2DA4-996E2ACC358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49" hasCustomPrompt="1"/>
          </p:nvPr>
        </p:nvSpPr>
        <p:spPr>
          <a:xfrm>
            <a:off x="1178730" y="4004742"/>
            <a:ext cx="1391577" cy="1391576"/>
          </a:xfrm>
          <a:prstGeom prst="ellipse">
            <a:avLst/>
          </a:prstGeom>
          <a:ln w="34925">
            <a:solidFill>
              <a:schemeClr val="accent2"/>
            </a:solidFill>
          </a:ln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 photo</a:t>
            </a:r>
          </a:p>
        </p:txBody>
      </p:sp>
      <p:sp>
        <p:nvSpPr>
          <p:cNvPr id="7" name="Picture Placeholder 9">
            <a:extLst>
              <a:ext uri="{FF2B5EF4-FFF2-40B4-BE49-F238E27FC236}">
                <a16:creationId xmlns:a16="http://schemas.microsoft.com/office/drawing/2014/main" id="{1767B939-FE74-324B-1A2A-351E0E7C87CE}"/>
              </a:ext>
            </a:extLst>
          </p:cNvPr>
          <p:cNvSpPr>
            <a:spLocks noGrp="1"/>
          </p:cNvSpPr>
          <p:nvPr>
            <p:ph type="pic" sz="quarter" idx="50" hasCustomPrompt="1"/>
          </p:nvPr>
        </p:nvSpPr>
        <p:spPr>
          <a:xfrm>
            <a:off x="3857585" y="4004742"/>
            <a:ext cx="1391577" cy="1391576"/>
          </a:xfrm>
          <a:prstGeom prst="ellipse">
            <a:avLst/>
          </a:prstGeom>
          <a:ln w="34925">
            <a:solidFill>
              <a:schemeClr val="accent2"/>
            </a:solidFill>
          </a:ln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 photo</a:t>
            </a:r>
          </a:p>
        </p:txBody>
      </p:sp>
      <p:sp>
        <p:nvSpPr>
          <p:cNvPr id="8" name="Picture Placeholder 9">
            <a:extLst>
              <a:ext uri="{FF2B5EF4-FFF2-40B4-BE49-F238E27FC236}">
                <a16:creationId xmlns:a16="http://schemas.microsoft.com/office/drawing/2014/main" id="{2A603244-9D46-2803-C89A-4DA8DA6FF44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51" hasCustomPrompt="1"/>
          </p:nvPr>
        </p:nvSpPr>
        <p:spPr>
          <a:xfrm>
            <a:off x="6536440" y="4004742"/>
            <a:ext cx="1391577" cy="1391576"/>
          </a:xfrm>
          <a:prstGeom prst="ellipse">
            <a:avLst/>
          </a:prstGeom>
          <a:ln w="34925">
            <a:solidFill>
              <a:schemeClr val="accent2"/>
            </a:solidFill>
          </a:ln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 photo</a:t>
            </a:r>
          </a:p>
        </p:txBody>
      </p: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5DD0B164-6153-186B-B9E5-C87BFC24820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52" hasCustomPrompt="1"/>
          </p:nvPr>
        </p:nvSpPr>
        <p:spPr>
          <a:xfrm>
            <a:off x="9215294" y="4004742"/>
            <a:ext cx="1391577" cy="1391576"/>
          </a:xfrm>
          <a:prstGeom prst="ellipse">
            <a:avLst/>
          </a:prstGeom>
          <a:ln w="34925">
            <a:solidFill>
              <a:schemeClr val="accent2"/>
            </a:solidFill>
          </a:ln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 photo</a:t>
            </a:r>
          </a:p>
        </p:txBody>
      </p:sp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E3F0F194-04EC-56D2-AD27-4687B84723C0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40079" y="5595500"/>
            <a:ext cx="2468880" cy="27465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 cap="none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Add Name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35648DD1-43D4-C53E-5A15-E39112FDDD3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640079" y="5926368"/>
            <a:ext cx="2468880" cy="3651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cap="none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Add title</a:t>
            </a:r>
          </a:p>
        </p:txBody>
      </p:sp>
      <p:sp>
        <p:nvSpPr>
          <p:cNvPr id="12" name="Text Placeholder 14">
            <a:extLst>
              <a:ext uri="{FF2B5EF4-FFF2-40B4-BE49-F238E27FC236}">
                <a16:creationId xmlns:a16="http://schemas.microsoft.com/office/drawing/2014/main" id="{AADE9A6F-8701-6F30-242C-285BC5823776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3322319" y="5595500"/>
            <a:ext cx="2468880" cy="27465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lang="en-US" sz="1600" b="1" kern="1200" cap="none" spc="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85750" lvl="0" indent="-285750" algn="ctr" defTabSz="914400" rtl="0" eaLnBrk="1" latinLnBrk="0" hangingPunct="1">
              <a:lnSpc>
                <a:spcPct val="100000"/>
              </a:lnSpc>
              <a:spcBef>
                <a:spcPts val="1000"/>
              </a:spcBef>
            </a:pPr>
            <a:r>
              <a:rPr lang="en-US"/>
              <a:t>Add Name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7F2D9C70-08F0-7742-3D63-A6D8224876C1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3322319" y="5926368"/>
            <a:ext cx="2468880" cy="3651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cap="none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Add title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8046D91E-995A-43D0-064F-4CF66AF799DF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6004559" y="5595668"/>
            <a:ext cx="2468880" cy="27465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lang="en-US" sz="1600" b="1" kern="1200" cap="none" spc="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85750" lvl="0" indent="-285750" algn="ctr" defTabSz="914400" rtl="0" eaLnBrk="1" latinLnBrk="0" hangingPunct="1">
              <a:lnSpc>
                <a:spcPct val="100000"/>
              </a:lnSpc>
              <a:spcBef>
                <a:spcPts val="1000"/>
              </a:spcBef>
            </a:pPr>
            <a:r>
              <a:rPr lang="en-US"/>
              <a:t>Add Name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8A633628-2F07-5ED3-9B10-A10A02CC0818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6004559" y="5926368"/>
            <a:ext cx="2468880" cy="3651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cap="none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Add title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558BFF3D-88D7-3FBD-CD08-A24499573764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8686799" y="5595500"/>
            <a:ext cx="2468880" cy="27465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lang="en-US" sz="1600" b="1" kern="1200" cap="none" spc="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85750" lvl="0" indent="-285750" algn="ctr" defTabSz="914400" rtl="0" eaLnBrk="1" latinLnBrk="0" hangingPunct="1">
              <a:lnSpc>
                <a:spcPct val="100000"/>
              </a:lnSpc>
              <a:spcBef>
                <a:spcPts val="1000"/>
              </a:spcBef>
            </a:pPr>
            <a:r>
              <a:rPr lang="en-US"/>
              <a:t>Add Name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608717DC-AD5A-451E-4B7A-2F53BFCB93FD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8686799" y="5926368"/>
            <a:ext cx="2468880" cy="3651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cap="none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Add title</a:t>
            </a:r>
          </a:p>
        </p:txBody>
      </p:sp>
    </p:spTree>
    <p:extLst>
      <p:ext uri="{BB962C8B-B14F-4D97-AF65-F5344CB8AC3E}">
        <p14:creationId xmlns:p14="http://schemas.microsoft.com/office/powerpoint/2010/main" val="25816953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 overview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7761BB7C-7EA4-5EEF-3DFD-7E650C6212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9362" y="948913"/>
            <a:ext cx="7764956" cy="822960"/>
          </a:xfr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9" name="Text Placeholder 2B">
            <a:extLst>
              <a:ext uri="{FF2B5EF4-FFF2-40B4-BE49-F238E27FC236}">
                <a16:creationId xmlns:a16="http://schemas.microsoft.com/office/drawing/2014/main" id="{D5C72B17-8AC4-DC79-69FA-C31E50CA78CC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553905" y="2017336"/>
            <a:ext cx="4365547" cy="3610466"/>
          </a:xfrm>
        </p:spPr>
        <p:txBody>
          <a:bodyPr>
            <a:noAutofit/>
          </a:bodyPr>
          <a:lstStyle>
            <a:lvl1pPr marL="0" indent="0" algn="l">
              <a:lnSpc>
                <a:spcPct val="120000"/>
              </a:lnSpc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</a:defRPr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17DC07-7BD9-4E4C-5B4C-06CE2091F71B}"/>
              </a:ext>
            </a:extLst>
          </p:cNvPr>
          <p:cNvSpPr>
            <a:spLocks noGrp="1"/>
          </p:cNvSpPr>
          <p:nvPr>
            <p:ph type="ftr" sz="quarter" idx="31"/>
          </p:nvPr>
        </p:nvSpPr>
        <p:spPr>
          <a:xfrm rot="5400000">
            <a:off x="-1009718" y="1554164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WWW.MARLABS.COM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789A9A-CEA4-A7ED-B50A-860DD93C4146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>
          <a:xfrm>
            <a:off x="47196" y="3246439"/>
            <a:ext cx="629372" cy="365125"/>
          </a:xfrm>
        </p:spPr>
        <p:txBody>
          <a:bodyPr/>
          <a:lstStyle/>
          <a:p>
            <a:fld id="{DEC249AF-B46D-634D-A11F-7A118F00FCC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4DACC606-251D-5B29-C23B-889CA630892A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1208088" y="244475"/>
            <a:ext cx="2892425" cy="585788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/>
              <a:t>Insert logo – then go to “picture format”, “crop”, and choose “fit”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021F74E1-264C-1800-9F45-6D975A45F752}"/>
              </a:ext>
            </a:extLst>
          </p:cNvPr>
          <p:cNvSpPr>
            <a:spLocks noGrp="1"/>
          </p:cNvSpPr>
          <p:nvPr>
            <p:ph sz="quarter" idx="42"/>
          </p:nvPr>
        </p:nvSpPr>
        <p:spPr>
          <a:xfrm>
            <a:off x="1208088" y="2017713"/>
            <a:ext cx="2241550" cy="3609975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737239E-8D4B-57C0-5232-3D72A94A6D56}"/>
              </a:ext>
            </a:extLst>
          </p:cNvPr>
          <p:cNvSpPr>
            <a:spLocks noGrp="1"/>
          </p:cNvSpPr>
          <p:nvPr>
            <p:ph sz="quarter" idx="43" hasCustomPrompt="1"/>
          </p:nvPr>
        </p:nvSpPr>
        <p:spPr>
          <a:xfrm>
            <a:off x="1208088" y="5773738"/>
            <a:ext cx="7128044" cy="713058"/>
          </a:xfrm>
        </p:spPr>
        <p:txBody>
          <a:bodyPr>
            <a:normAutofit/>
          </a:bodyPr>
          <a:lstStyle>
            <a:lvl1pPr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object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F9363C1B-E121-37F8-C55E-20D6582B78D6}"/>
              </a:ext>
            </a:extLst>
          </p:cNvPr>
          <p:cNvSpPr txBox="1">
            <a:spLocks/>
          </p:cNvSpPr>
          <p:nvPr userDrawn="1"/>
        </p:nvSpPr>
        <p:spPr>
          <a:xfrm rot="5400000">
            <a:off x="-1009719" y="493263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 cap="all" baseline="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>
                <a:latin typeface="Segoe UI" panose="020B0502040204020203" pitchFamily="34" charset="0"/>
                <a:cs typeface="Segoe UI" panose="020B0502040204020203" pitchFamily="34" charset="0"/>
              </a:rPr>
              <a:t>MARLABS – DRIVING DIGITAL AGILITY</a:t>
            </a:r>
          </a:p>
        </p:txBody>
      </p:sp>
    </p:spTree>
    <p:extLst>
      <p:ext uri="{BB962C8B-B14F-4D97-AF65-F5344CB8AC3E}">
        <p14:creationId xmlns:p14="http://schemas.microsoft.com/office/powerpoint/2010/main" val="6420308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 challe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7761BB7C-7EA4-5EEF-3DFD-7E650C6212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9361" y="590119"/>
            <a:ext cx="6988341" cy="822960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9" name="Text Placeholder 2B">
            <a:extLst>
              <a:ext uri="{FF2B5EF4-FFF2-40B4-BE49-F238E27FC236}">
                <a16:creationId xmlns:a16="http://schemas.microsoft.com/office/drawing/2014/main" id="{D5C72B17-8AC4-DC79-69FA-C31E50CA78CC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5497033" y="5005362"/>
            <a:ext cx="5423516" cy="1125471"/>
          </a:xfrm>
        </p:spPr>
        <p:txBody>
          <a:bodyPr>
            <a:noAutofit/>
          </a:bodyPr>
          <a:lstStyle>
            <a:lvl1pPr marL="0" indent="0" algn="l">
              <a:lnSpc>
                <a:spcPct val="120000"/>
              </a:lnSpc>
              <a:buFont typeface="Arial" panose="020B0604020202020204" pitchFamily="34" charset="0"/>
              <a:buNone/>
              <a:defRPr sz="1400" b="0">
                <a:solidFill>
                  <a:schemeClr val="bg1"/>
                </a:solidFill>
              </a:defRPr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021F74E1-264C-1800-9F45-6D975A45F752}"/>
              </a:ext>
            </a:extLst>
          </p:cNvPr>
          <p:cNvSpPr>
            <a:spLocks noGrp="1"/>
          </p:cNvSpPr>
          <p:nvPr>
            <p:ph sz="quarter" idx="42"/>
          </p:nvPr>
        </p:nvSpPr>
        <p:spPr>
          <a:xfrm>
            <a:off x="1208087" y="1796902"/>
            <a:ext cx="3853011" cy="433393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pPr lvl="0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43ECEB9-F32B-3023-2FF6-A41A0D6B4F6D}"/>
              </a:ext>
            </a:extLst>
          </p:cNvPr>
          <p:cNvSpPr/>
          <p:nvPr userDrawn="1"/>
        </p:nvSpPr>
        <p:spPr>
          <a:xfrm>
            <a:off x="-4618" y="0"/>
            <a:ext cx="70949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59D33172-E877-B2FE-EF4C-C3AFE623A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-1008790" y="1554163"/>
            <a:ext cx="2743200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WWW.MARLABS.COM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3D22B19-4D63-244C-555B-853764E70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124" y="3246438"/>
            <a:ext cx="629372" cy="365125"/>
          </a:xfrm>
        </p:spPr>
        <p:txBody>
          <a:bodyPr/>
          <a:lstStyle/>
          <a:p>
            <a:fld id="{DEC249AF-B46D-634D-A11F-7A118F00FCC1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BB983CA-B74E-0FB3-5390-C22B4822C71E}"/>
              </a:ext>
            </a:extLst>
          </p:cNvPr>
          <p:cNvSpPr txBox="1">
            <a:spLocks/>
          </p:cNvSpPr>
          <p:nvPr userDrawn="1"/>
        </p:nvSpPr>
        <p:spPr>
          <a:xfrm rot="5400000">
            <a:off x="-1009719" y="493263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 cap="all" baseline="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>
                <a:latin typeface="Segoe UI" panose="020B0502040204020203" pitchFamily="34" charset="0"/>
                <a:cs typeface="Segoe UI" panose="020B0502040204020203" pitchFamily="34" charset="0"/>
              </a:rPr>
              <a:t>MARLABS – DRIVING DIGITAL AGILITY</a:t>
            </a:r>
          </a:p>
        </p:txBody>
      </p:sp>
    </p:spTree>
    <p:extLst>
      <p:ext uri="{BB962C8B-B14F-4D97-AF65-F5344CB8AC3E}">
        <p14:creationId xmlns:p14="http://schemas.microsoft.com/office/powerpoint/2010/main" val="388523662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 solu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7761BB7C-7EA4-5EEF-3DFD-7E650C6212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9361" y="590119"/>
            <a:ext cx="8729540" cy="822960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9" name="Text Placeholder 2B">
            <a:extLst>
              <a:ext uri="{FF2B5EF4-FFF2-40B4-BE49-F238E27FC236}">
                <a16:creationId xmlns:a16="http://schemas.microsoft.com/office/drawing/2014/main" id="{D5C72B17-8AC4-DC79-69FA-C31E50CA78CC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209361" y="1634842"/>
            <a:ext cx="8729540" cy="822960"/>
          </a:xfrm>
        </p:spPr>
        <p:txBody>
          <a:bodyPr>
            <a:noAutofit/>
          </a:bodyPr>
          <a:lstStyle>
            <a:lvl1pPr marL="0" indent="0" algn="l">
              <a:lnSpc>
                <a:spcPct val="120000"/>
              </a:lnSpc>
              <a:buFont typeface="Arial" panose="020B0604020202020204" pitchFamily="34" charset="0"/>
              <a:buNone/>
              <a:defRPr sz="1400" b="0">
                <a:solidFill>
                  <a:schemeClr val="bg1"/>
                </a:solidFill>
              </a:defRPr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2" name="Text Placeholder 2B">
            <a:extLst>
              <a:ext uri="{FF2B5EF4-FFF2-40B4-BE49-F238E27FC236}">
                <a16:creationId xmlns:a16="http://schemas.microsoft.com/office/drawing/2014/main" id="{BA5DE7F6-A3E9-0BA7-41B1-4DFE6D7FDBC8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209361" y="2679565"/>
            <a:ext cx="2011379" cy="3880892"/>
          </a:xfrm>
          <a:solidFill>
            <a:schemeClr val="accent2"/>
          </a:solidFill>
          <a:ln w="12700">
            <a:noFill/>
            <a:prstDash val="sysDot"/>
          </a:ln>
        </p:spPr>
        <p:txBody>
          <a:bodyPr>
            <a:noAutofit/>
          </a:bodyPr>
          <a:lstStyle>
            <a:lvl1pPr marL="0" indent="0" algn="l">
              <a:lnSpc>
                <a:spcPct val="120000"/>
              </a:lnSpc>
              <a:buFont typeface="Arial" panose="020B0604020202020204" pitchFamily="34" charset="0"/>
              <a:buNone/>
              <a:defRPr sz="1050" b="0">
                <a:solidFill>
                  <a:schemeClr val="tx1"/>
                </a:solidFill>
              </a:defRPr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4" name="Text Placeholder 2B">
            <a:extLst>
              <a:ext uri="{FF2B5EF4-FFF2-40B4-BE49-F238E27FC236}">
                <a16:creationId xmlns:a16="http://schemas.microsoft.com/office/drawing/2014/main" id="{0BC60D98-9906-4C39-8C01-9AF4A1897B4F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3448748" y="2679564"/>
            <a:ext cx="2011379" cy="3880891"/>
          </a:xfrm>
          <a:solidFill>
            <a:schemeClr val="accent2">
              <a:alpha val="80000"/>
            </a:schemeClr>
          </a:solidFill>
          <a:ln w="12700">
            <a:noFill/>
            <a:prstDash val="sysDot"/>
          </a:ln>
        </p:spPr>
        <p:txBody>
          <a:bodyPr>
            <a:noAutofit/>
          </a:bodyPr>
          <a:lstStyle>
            <a:lvl1pPr marL="0" indent="0" algn="l">
              <a:lnSpc>
                <a:spcPct val="120000"/>
              </a:lnSpc>
              <a:buFont typeface="Arial" panose="020B0604020202020204" pitchFamily="34" charset="0"/>
              <a:buNone/>
              <a:defRPr sz="1050" b="0">
                <a:solidFill>
                  <a:schemeClr val="tx1"/>
                </a:solidFill>
              </a:defRPr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5" name="Text Placeholder 2B">
            <a:extLst>
              <a:ext uri="{FF2B5EF4-FFF2-40B4-BE49-F238E27FC236}">
                <a16:creationId xmlns:a16="http://schemas.microsoft.com/office/drawing/2014/main" id="{663729DA-8D55-D78E-3184-32822ACAEF29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688135" y="2679565"/>
            <a:ext cx="2011379" cy="3880890"/>
          </a:xfrm>
          <a:solidFill>
            <a:schemeClr val="accent2">
              <a:alpha val="60000"/>
            </a:schemeClr>
          </a:solidFill>
          <a:ln w="12700">
            <a:noFill/>
            <a:prstDash val="sysDot"/>
          </a:ln>
        </p:spPr>
        <p:txBody>
          <a:bodyPr>
            <a:noAutofit/>
          </a:bodyPr>
          <a:lstStyle>
            <a:lvl1pPr marL="0" indent="0" algn="l">
              <a:lnSpc>
                <a:spcPct val="120000"/>
              </a:lnSpc>
              <a:buFont typeface="Arial" panose="020B0604020202020204" pitchFamily="34" charset="0"/>
              <a:buNone/>
              <a:defRPr sz="1050" b="0">
                <a:solidFill>
                  <a:schemeClr val="bg2"/>
                </a:solidFill>
              </a:defRPr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9" name="Text Placeholder 2B">
            <a:extLst>
              <a:ext uri="{FF2B5EF4-FFF2-40B4-BE49-F238E27FC236}">
                <a16:creationId xmlns:a16="http://schemas.microsoft.com/office/drawing/2014/main" id="{C14D172E-3F52-0C02-1CB3-FBEC0DD2F3A1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927522" y="2679564"/>
            <a:ext cx="2011379" cy="3880889"/>
          </a:xfrm>
          <a:solidFill>
            <a:schemeClr val="accent2">
              <a:alpha val="40000"/>
            </a:schemeClr>
          </a:solidFill>
          <a:ln w="12700">
            <a:noFill/>
            <a:prstDash val="sysDot"/>
          </a:ln>
        </p:spPr>
        <p:txBody>
          <a:bodyPr>
            <a:noAutofit/>
          </a:bodyPr>
          <a:lstStyle>
            <a:lvl1pPr marL="0" indent="0" algn="l">
              <a:lnSpc>
                <a:spcPct val="120000"/>
              </a:lnSpc>
              <a:buFont typeface="Arial" panose="020B0604020202020204" pitchFamily="34" charset="0"/>
              <a:buNone/>
              <a:defRPr sz="1050" b="0">
                <a:solidFill>
                  <a:schemeClr val="bg2"/>
                </a:solidFill>
              </a:defRPr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11" name="Text Placeholder 2B">
            <a:extLst>
              <a:ext uri="{FF2B5EF4-FFF2-40B4-BE49-F238E27FC236}">
                <a16:creationId xmlns:a16="http://schemas.microsoft.com/office/drawing/2014/main" id="{39D43B7F-4AAA-A21D-628E-6BF4CE76694B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0375130" y="590119"/>
            <a:ext cx="1808856" cy="5970334"/>
          </a:xfrm>
          <a:noFill/>
          <a:ln w="12700">
            <a:noFill/>
            <a:prstDash val="sysDot"/>
          </a:ln>
        </p:spPr>
        <p:txBody>
          <a:bodyPr lIns="0" tIns="182880" rIns="182880" bIns="182880">
            <a:noAutofit/>
          </a:bodyPr>
          <a:lstStyle>
            <a:lvl1pPr marL="0" indent="0" algn="l">
              <a:lnSpc>
                <a:spcPct val="120000"/>
              </a:lnSpc>
              <a:buFont typeface="Arial" panose="020B0604020202020204" pitchFamily="34" charset="0"/>
              <a:buNone/>
              <a:defRPr sz="1050" b="0">
                <a:solidFill>
                  <a:schemeClr val="bg1"/>
                </a:solidFill>
              </a:defRPr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add title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00AF125-0653-B89C-48E6-D19C8C928652}"/>
              </a:ext>
            </a:extLst>
          </p:cNvPr>
          <p:cNvCxnSpPr>
            <a:cxnSpLocks/>
          </p:cNvCxnSpPr>
          <p:nvPr userDrawn="1"/>
        </p:nvCxnSpPr>
        <p:spPr>
          <a:xfrm>
            <a:off x="10157015" y="590119"/>
            <a:ext cx="0" cy="5970334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5BF16AF1-1102-0F61-A302-324258566B0D}"/>
              </a:ext>
            </a:extLst>
          </p:cNvPr>
          <p:cNvSpPr/>
          <p:nvPr userDrawn="1"/>
        </p:nvSpPr>
        <p:spPr>
          <a:xfrm>
            <a:off x="-4618" y="0"/>
            <a:ext cx="70949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5AEA856C-99DF-1AD4-4C4F-B13FF5B3C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-1008790" y="1554163"/>
            <a:ext cx="2743200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WWW.MARLABS.COM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3F623F31-562C-6662-7D3C-AFABCDDE2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124" y="3246438"/>
            <a:ext cx="629372" cy="365125"/>
          </a:xfrm>
        </p:spPr>
        <p:txBody>
          <a:bodyPr/>
          <a:lstStyle/>
          <a:p>
            <a:fld id="{DEC249AF-B46D-634D-A11F-7A118F00FCC1}" type="slidenum">
              <a:rPr lang="en-US" smtClean="0"/>
              <a:t>‹#›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5D21D7A4-75BE-E74A-001C-D80B592496AF}"/>
              </a:ext>
            </a:extLst>
          </p:cNvPr>
          <p:cNvSpPr txBox="1">
            <a:spLocks/>
          </p:cNvSpPr>
          <p:nvPr userDrawn="1"/>
        </p:nvSpPr>
        <p:spPr>
          <a:xfrm rot="5400000">
            <a:off x="-1009719" y="493263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 cap="all" baseline="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>
                <a:latin typeface="Segoe UI" panose="020B0502040204020203" pitchFamily="34" charset="0"/>
                <a:cs typeface="Segoe UI" panose="020B0502040204020203" pitchFamily="34" charset="0"/>
              </a:rPr>
              <a:t>MARLABS – DRIVING DIGITAL AGILITY</a:t>
            </a:r>
          </a:p>
        </p:txBody>
      </p:sp>
    </p:spTree>
    <p:extLst>
      <p:ext uri="{BB962C8B-B14F-4D97-AF65-F5344CB8AC3E}">
        <p14:creationId xmlns:p14="http://schemas.microsoft.com/office/powerpoint/2010/main" val="89822314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 outcom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7761BB7C-7EA4-5EEF-3DFD-7E650C6212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9361" y="590119"/>
            <a:ext cx="10267936" cy="822960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9" name="Text Placeholder 2B">
            <a:extLst>
              <a:ext uri="{FF2B5EF4-FFF2-40B4-BE49-F238E27FC236}">
                <a16:creationId xmlns:a16="http://schemas.microsoft.com/office/drawing/2014/main" id="{D5C72B17-8AC4-DC79-69FA-C31E50CA78CC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208087" y="1614806"/>
            <a:ext cx="10269210" cy="822961"/>
          </a:xfrm>
        </p:spPr>
        <p:txBody>
          <a:bodyPr>
            <a:noAutofit/>
          </a:bodyPr>
          <a:lstStyle>
            <a:lvl1pPr marL="0" indent="0" algn="l">
              <a:lnSpc>
                <a:spcPct val="120000"/>
              </a:lnSpc>
              <a:buFont typeface="Arial" panose="020B0604020202020204" pitchFamily="34" charset="0"/>
              <a:buNone/>
              <a:defRPr sz="1400" b="0">
                <a:solidFill>
                  <a:schemeClr val="bg1"/>
                </a:solidFill>
              </a:defRPr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021F74E1-264C-1800-9F45-6D975A45F752}"/>
              </a:ext>
            </a:extLst>
          </p:cNvPr>
          <p:cNvSpPr>
            <a:spLocks noGrp="1"/>
          </p:cNvSpPr>
          <p:nvPr>
            <p:ph sz="quarter" idx="42"/>
          </p:nvPr>
        </p:nvSpPr>
        <p:spPr>
          <a:xfrm>
            <a:off x="1208087" y="2639494"/>
            <a:ext cx="4887913" cy="3491339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pPr lvl="0"/>
            <a:endParaRPr lang="en-US"/>
          </a:p>
        </p:txBody>
      </p:sp>
      <p:sp>
        <p:nvSpPr>
          <p:cNvPr id="2" name="Content Placeholder 9">
            <a:extLst>
              <a:ext uri="{FF2B5EF4-FFF2-40B4-BE49-F238E27FC236}">
                <a16:creationId xmlns:a16="http://schemas.microsoft.com/office/drawing/2014/main" id="{D8B68EA9-2759-AFF1-65BB-87020BA222E7}"/>
              </a:ext>
            </a:extLst>
          </p:cNvPr>
          <p:cNvSpPr>
            <a:spLocks noGrp="1"/>
          </p:cNvSpPr>
          <p:nvPr>
            <p:ph sz="quarter" idx="43"/>
          </p:nvPr>
        </p:nvSpPr>
        <p:spPr>
          <a:xfrm>
            <a:off x="6585305" y="2639494"/>
            <a:ext cx="4887913" cy="3491339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pPr lvl="0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B893491-D888-5697-ACED-9334ED4757BE}"/>
              </a:ext>
            </a:extLst>
          </p:cNvPr>
          <p:cNvSpPr/>
          <p:nvPr userDrawn="1"/>
        </p:nvSpPr>
        <p:spPr>
          <a:xfrm>
            <a:off x="-4618" y="0"/>
            <a:ext cx="70949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FEA311-DCF2-3871-1AD2-10B5CF21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-1008790" y="1554163"/>
            <a:ext cx="2743200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WWW.MARLABS.COM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B40632F-10A4-1BDA-F5E2-FA29FDFA5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124" y="3246438"/>
            <a:ext cx="629372" cy="365125"/>
          </a:xfrm>
        </p:spPr>
        <p:txBody>
          <a:bodyPr/>
          <a:lstStyle/>
          <a:p>
            <a:fld id="{DEC249AF-B46D-634D-A11F-7A118F00FCC1}" type="slidenum">
              <a:rPr lang="en-US" smtClean="0"/>
              <a:t>‹#›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47BF92B7-E665-8B0B-C4A6-FFE9D181D284}"/>
              </a:ext>
            </a:extLst>
          </p:cNvPr>
          <p:cNvSpPr txBox="1">
            <a:spLocks/>
          </p:cNvSpPr>
          <p:nvPr userDrawn="1"/>
        </p:nvSpPr>
        <p:spPr>
          <a:xfrm rot="5400000">
            <a:off x="-1009719" y="493263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 cap="all" baseline="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>
                <a:latin typeface="Segoe UI" panose="020B0502040204020203" pitchFamily="34" charset="0"/>
                <a:cs typeface="Segoe UI" panose="020B0502040204020203" pitchFamily="34" charset="0"/>
              </a:rPr>
              <a:t>MARLABS – DRIVING DIGITAL AGILITY</a:t>
            </a:r>
          </a:p>
        </p:txBody>
      </p:sp>
    </p:spTree>
    <p:extLst>
      <p:ext uri="{BB962C8B-B14F-4D97-AF65-F5344CB8AC3E}">
        <p14:creationId xmlns:p14="http://schemas.microsoft.com/office/powerpoint/2010/main" val="70836418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B220DD-7D45-1BF9-A376-5E7E2884CC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99CFFA-8FA3-86FA-E23E-FEAA31B329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0DA09C8-4715-1352-7E99-1BC986F32981}"/>
              </a:ext>
            </a:extLst>
          </p:cNvPr>
          <p:cNvSpPr/>
          <p:nvPr userDrawn="1"/>
        </p:nvSpPr>
        <p:spPr>
          <a:xfrm>
            <a:off x="11482510" y="0"/>
            <a:ext cx="70949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50DB0794-90B0-0057-B00C-6255829E2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10473720" y="1554163"/>
            <a:ext cx="2743200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WWW.MARLABS.COM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5B47E1AC-8E3F-2EA7-A5A6-86CA112F0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30634" y="3246438"/>
            <a:ext cx="629372" cy="365125"/>
          </a:xfrm>
        </p:spPr>
        <p:txBody>
          <a:bodyPr/>
          <a:lstStyle/>
          <a:p>
            <a:fld id="{DEC249AF-B46D-634D-A11F-7A118F00FCC1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21C9B741-2251-9307-21EC-221DE0AB83BB}"/>
              </a:ext>
            </a:extLst>
          </p:cNvPr>
          <p:cNvSpPr txBox="1">
            <a:spLocks/>
          </p:cNvSpPr>
          <p:nvPr userDrawn="1"/>
        </p:nvSpPr>
        <p:spPr>
          <a:xfrm rot="5400000">
            <a:off x="10473720" y="493263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 cap="all" baseline="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MARLABS – DRIVING DIGITAL AGILITY</a:t>
            </a:r>
          </a:p>
        </p:txBody>
      </p:sp>
    </p:spTree>
    <p:extLst>
      <p:ext uri="{BB962C8B-B14F-4D97-AF65-F5344CB8AC3E}">
        <p14:creationId xmlns:p14="http://schemas.microsoft.com/office/powerpoint/2010/main" val="53826362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C3A2364-18EF-34BF-FEC0-CCD27B521C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CC0E49-651C-1C67-6F02-4C4DAE1FFB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5CC36BE-EFD0-182F-8EF6-0D14458F0EC5}"/>
              </a:ext>
            </a:extLst>
          </p:cNvPr>
          <p:cNvSpPr/>
          <p:nvPr userDrawn="1"/>
        </p:nvSpPr>
        <p:spPr>
          <a:xfrm>
            <a:off x="11482510" y="0"/>
            <a:ext cx="70949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75D09183-1332-0AD0-71EA-CD76F1363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10473720" y="1554163"/>
            <a:ext cx="2743200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WWW.MARLABS.COM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0AD5B654-CC97-3608-1BD4-10473E775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30634" y="3246438"/>
            <a:ext cx="629372" cy="365125"/>
          </a:xfrm>
        </p:spPr>
        <p:txBody>
          <a:bodyPr/>
          <a:lstStyle/>
          <a:p>
            <a:fld id="{DEC249AF-B46D-634D-A11F-7A118F00FCC1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30FECD94-8E18-FB23-375B-686F7FABB559}"/>
              </a:ext>
            </a:extLst>
          </p:cNvPr>
          <p:cNvSpPr txBox="1">
            <a:spLocks/>
          </p:cNvSpPr>
          <p:nvPr userDrawn="1"/>
        </p:nvSpPr>
        <p:spPr>
          <a:xfrm rot="5400000">
            <a:off x="10473720" y="493263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 cap="all" baseline="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MARLABS – DRIVING DIGITAL AGILITY</a:t>
            </a:r>
          </a:p>
        </p:txBody>
      </p:sp>
    </p:spTree>
    <p:extLst>
      <p:ext uri="{BB962C8B-B14F-4D97-AF65-F5344CB8AC3E}">
        <p14:creationId xmlns:p14="http://schemas.microsoft.com/office/powerpoint/2010/main" val="383788300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063875"/>
            <a:ext cx="11562080" cy="332232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5968" y="1593852"/>
            <a:ext cx="10508733" cy="1470025"/>
          </a:xfrm>
        </p:spPr>
        <p:txBody>
          <a:bodyPr/>
          <a:lstStyle>
            <a:lvl1pPr algn="l"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5966" y="3163985"/>
            <a:ext cx="8648748" cy="696160"/>
          </a:xfrm>
        </p:spPr>
        <p:txBody>
          <a:bodyPr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2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4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1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3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7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4734515" y="6447275"/>
            <a:ext cx="2722972" cy="284600"/>
          </a:xfrm>
          <a:ln>
            <a:noFill/>
          </a:ln>
        </p:spPr>
        <p:txBody>
          <a:bodyPr/>
          <a:lstStyle>
            <a:lvl1pPr marL="0" indent="0" algn="ctr">
              <a:buNone/>
              <a:defRPr sz="1100"/>
            </a:lvl1pPr>
            <a:lvl2pPr marL="457223" indent="0" algn="l">
              <a:buNone/>
              <a:defRPr sz="1200"/>
            </a:lvl2pPr>
            <a:lvl3pPr marL="914446" indent="0" algn="l">
              <a:buNone/>
              <a:defRPr sz="1200"/>
            </a:lvl3pPr>
            <a:lvl4pPr marL="1371669" indent="0" algn="l">
              <a:buNone/>
              <a:defRPr sz="1200"/>
            </a:lvl4pPr>
            <a:lvl5pPr marL="1828891" indent="0" algn="l">
              <a:buNone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9157848" y="6447275"/>
            <a:ext cx="2708187" cy="284600"/>
          </a:xfrm>
          <a:ln>
            <a:noFill/>
          </a:ln>
        </p:spPr>
        <p:txBody>
          <a:bodyPr/>
          <a:lstStyle>
            <a:lvl1pPr marL="0" indent="0" algn="r">
              <a:buNone/>
              <a:defRPr sz="1100"/>
            </a:lvl1pPr>
            <a:lvl2pPr marL="457223" indent="0" algn="l">
              <a:buNone/>
              <a:defRPr sz="1200"/>
            </a:lvl2pPr>
            <a:lvl3pPr marL="914446" indent="0" algn="l">
              <a:buNone/>
              <a:defRPr sz="1200"/>
            </a:lvl3pPr>
            <a:lvl4pPr marL="1371669" indent="0" algn="l">
              <a:buNone/>
              <a:defRPr sz="1200"/>
            </a:lvl4pPr>
            <a:lvl5pPr marL="1828891" indent="0" algn="l">
              <a:buNone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5044321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e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440" y="3482340"/>
            <a:ext cx="11541760" cy="2880360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325968" y="1593852"/>
            <a:ext cx="10508733" cy="1470025"/>
          </a:xfrm>
        </p:spPr>
        <p:txBody>
          <a:bodyPr/>
          <a:lstStyle/>
          <a:p>
            <a:r>
              <a:rPr lang="en-US" altLang="en-US" dirty="0"/>
              <a:t>Marlabs Capabilities Overview</a:t>
            </a:r>
          </a:p>
        </p:txBody>
      </p:sp>
    </p:spTree>
    <p:extLst>
      <p:ext uri="{BB962C8B-B14F-4D97-AF65-F5344CB8AC3E}">
        <p14:creationId xmlns:p14="http://schemas.microsoft.com/office/powerpoint/2010/main" val="163586584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968" y="274640"/>
            <a:ext cx="11540067" cy="554037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defRPr sz="14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BB3ADAB1-170E-430E-9EAC-2834B0B7075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973611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2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2118" y="1590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7" imgH="377" progId="TCLayout.ActiveDocument.1">
                  <p:embed/>
                </p:oleObj>
              </mc:Choice>
              <mc:Fallback>
                <p:oleObj name="think-cell Slide" r:id="rId3" imgW="377" imgH="377" progId="TCLayout.ActiveDocument.1">
                  <p:embed/>
                  <p:pic>
                    <p:nvPicPr>
                      <p:cNvPr id="4" name="Object 2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8" y="1590"/>
                        <a:ext cx="2116" cy="1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Picture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1" t="24805" r="2977" b="61205"/>
          <a:stretch>
            <a:fillRect/>
          </a:stretch>
        </p:blipFill>
        <p:spPr bwMode="auto">
          <a:xfrm>
            <a:off x="0" y="6721477"/>
            <a:ext cx="12192000" cy="142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968" y="3597005"/>
            <a:ext cx="11540067" cy="1362075"/>
          </a:xfrm>
        </p:spPr>
        <p:txBody>
          <a:bodyPr anchor="t"/>
          <a:lstStyle>
            <a:lvl1pPr algn="l">
              <a:defRPr sz="3600" b="1" cap="none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5968" y="2096818"/>
            <a:ext cx="11540067" cy="1500187"/>
          </a:xfrm>
        </p:spPr>
        <p:txBody>
          <a:bodyPr anchor="b"/>
          <a:lstStyle>
            <a:lvl1pPr marL="0" indent="0">
              <a:buNone/>
              <a:defRPr sz="1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23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4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6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9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1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33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56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78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1544538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icture containing electronics&#10;&#10;Description automatically generated">
            <a:extLst>
              <a:ext uri="{FF2B5EF4-FFF2-40B4-BE49-F238E27FC236}">
                <a16:creationId xmlns:a16="http://schemas.microsoft.com/office/drawing/2014/main" id="{758C1EFF-78CB-4F15-86CF-AEB337D7C2F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9507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lide Number Placeholder 1"/>
          <p:cNvSpPr>
            <a:spLocks noGrp="1"/>
          </p:cNvSpPr>
          <p:nvPr>
            <p:ph type="sldNum" sz="quarter" idx="10"/>
          </p:nvPr>
        </p:nvSpPr>
        <p:spPr>
          <a:xfrm>
            <a:off x="11644813" y="6606912"/>
            <a:ext cx="510116" cy="365125"/>
          </a:xfrm>
        </p:spPr>
        <p:txBody>
          <a:bodyPr/>
          <a:lstStyle>
            <a:lvl1pPr>
              <a:defRPr/>
            </a:lvl1pPr>
          </a:lstStyle>
          <a:p>
            <a:fld id="{BB3ADAB1-170E-430E-9EAC-2834B0B7075C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662EC26-B852-4882-9930-789ED7CA841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60593" y="6453052"/>
            <a:ext cx="268424" cy="268424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33020D4A-397C-469B-9458-6A2AF461EA4F}"/>
              </a:ext>
            </a:extLst>
          </p:cNvPr>
          <p:cNvSpPr/>
          <p:nvPr userDrawn="1"/>
        </p:nvSpPr>
        <p:spPr>
          <a:xfrm>
            <a:off x="174610" y="274640"/>
            <a:ext cx="66309" cy="554037"/>
          </a:xfrm>
          <a:prstGeom prst="rect">
            <a:avLst/>
          </a:prstGeom>
          <a:gradFill>
            <a:gsLst>
              <a:gs pos="0">
                <a:srgbClr val="5B8DE5"/>
              </a:gs>
              <a:gs pos="100000">
                <a:srgbClr val="3AD0DD"/>
              </a:gs>
            </a:gsLst>
            <a:lin ang="54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23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8181264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1"/>
          </p:nvPr>
        </p:nvSpPr>
        <p:spPr>
          <a:xfrm>
            <a:off x="325968" y="796968"/>
            <a:ext cx="11540067" cy="257266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1800" i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325968" y="274640"/>
            <a:ext cx="11540067" cy="5540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B3ADAB1-170E-430E-9EAC-2834B0B7075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879479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5968" y="1593852"/>
            <a:ext cx="10508733" cy="1470025"/>
          </a:xfrm>
        </p:spPr>
        <p:txBody>
          <a:bodyPr/>
          <a:lstStyle>
            <a:lvl1pPr algn="l"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5966" y="3163985"/>
            <a:ext cx="8648748" cy="696160"/>
          </a:xfrm>
        </p:spPr>
        <p:txBody>
          <a:bodyPr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2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4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1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3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7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4734515" y="6447275"/>
            <a:ext cx="2722972" cy="284600"/>
          </a:xfrm>
          <a:ln>
            <a:noFill/>
          </a:ln>
        </p:spPr>
        <p:txBody>
          <a:bodyPr/>
          <a:lstStyle>
            <a:lvl1pPr marL="0" indent="0" algn="ctr">
              <a:buNone/>
              <a:defRPr sz="1100"/>
            </a:lvl1pPr>
            <a:lvl2pPr marL="457223" indent="0" algn="l">
              <a:buNone/>
              <a:defRPr sz="1200"/>
            </a:lvl2pPr>
            <a:lvl3pPr marL="914446" indent="0" algn="l">
              <a:buNone/>
              <a:defRPr sz="1200"/>
            </a:lvl3pPr>
            <a:lvl4pPr marL="1371669" indent="0" algn="l">
              <a:buNone/>
              <a:defRPr sz="1200"/>
            </a:lvl4pPr>
            <a:lvl5pPr marL="1828891" indent="0" algn="l">
              <a:buNone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9157848" y="6447275"/>
            <a:ext cx="2708187" cy="284600"/>
          </a:xfrm>
          <a:ln>
            <a:noFill/>
          </a:ln>
        </p:spPr>
        <p:txBody>
          <a:bodyPr/>
          <a:lstStyle>
            <a:lvl1pPr marL="0" indent="0" algn="r">
              <a:buNone/>
              <a:defRPr sz="1100"/>
            </a:lvl1pPr>
            <a:lvl2pPr marL="457223" indent="0" algn="l">
              <a:buNone/>
              <a:defRPr sz="1200"/>
            </a:lvl2pPr>
            <a:lvl3pPr marL="914446" indent="0" algn="l">
              <a:buNone/>
              <a:defRPr sz="1200"/>
            </a:lvl3pPr>
            <a:lvl4pPr marL="1371669" indent="0" algn="l">
              <a:buNone/>
              <a:defRPr sz="1200"/>
            </a:lvl4pPr>
            <a:lvl5pPr marL="1828891" indent="0" algn="l">
              <a:buNone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0588740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Dive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5967" y="2693990"/>
            <a:ext cx="11561233" cy="1470025"/>
          </a:xfrm>
        </p:spPr>
        <p:txBody>
          <a:bodyPr/>
          <a:lstStyle>
            <a:lvl1pPr algn="ctr"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1038110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erson posing for a photo&#10;&#10;Description automatically generated">
            <a:extLst>
              <a:ext uri="{FF2B5EF4-FFF2-40B4-BE49-F238E27FC236}">
                <a16:creationId xmlns:a16="http://schemas.microsoft.com/office/drawing/2014/main" id="{532111DE-58F7-4805-9D4A-BE54972BEEF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20283"/>
            <a:ext cx="5181600" cy="98001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2590800"/>
            <a:ext cx="4267200" cy="11684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048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096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91449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2193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5241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8289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1338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4386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6DD26-32A4-2A43-990A-6F7E5E73786E}" type="datetimeFigureOut">
              <a:rPr lang="en-US" smtClean="0"/>
              <a:t>12/19/2025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AF604-6CBA-6F4A-A6F6-26E48A4D0EE4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1" name="Picture 10" descr="A close up of a logo&#10;&#10;Description automatically generated">
            <a:extLst>
              <a:ext uri="{FF2B5EF4-FFF2-40B4-BE49-F238E27FC236}">
                <a16:creationId xmlns:a16="http://schemas.microsoft.com/office/drawing/2014/main" id="{62B9644A-3F17-46DC-A059-8EA297186FD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171" y="437770"/>
            <a:ext cx="2459401" cy="634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70849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7" Type="http://schemas.openxmlformats.org/officeDocument/2006/relationships/image" Target="../media/image2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1.bin"/><Relationship Id="rId4" Type="http://schemas.openxmlformats.org/officeDocument/2006/relationships/tags" Target="../tags/tag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5.xml"/><Relationship Id="rId1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5.xml"/><Relationship Id="rId21" Type="http://schemas.openxmlformats.org/officeDocument/2006/relationships/slideLayout" Target="../slideLayouts/slideLayout23.xml"/><Relationship Id="rId7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9.xml"/><Relationship Id="rId2" Type="http://schemas.openxmlformats.org/officeDocument/2006/relationships/slideLayout" Target="../slideLayouts/slideLayout4.xml"/><Relationship Id="rId16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24" Type="http://schemas.openxmlformats.org/officeDocument/2006/relationships/theme" Target="../theme/theme2.xml"/><Relationship Id="rId5" Type="http://schemas.openxmlformats.org/officeDocument/2006/relationships/slideLayout" Target="../slideLayouts/slideLayout7.xml"/><Relationship Id="rId15" Type="http://schemas.openxmlformats.org/officeDocument/2006/relationships/slideLayout" Target="../slideLayouts/slideLayout17.xml"/><Relationship Id="rId23" Type="http://schemas.openxmlformats.org/officeDocument/2006/relationships/slideLayout" Target="../slideLayouts/slideLayout25.xml"/><Relationship Id="rId10" Type="http://schemas.openxmlformats.org/officeDocument/2006/relationships/slideLayout" Target="../slideLayouts/slideLayout12.xml"/><Relationship Id="rId19" Type="http://schemas.openxmlformats.org/officeDocument/2006/relationships/slideLayout" Target="../slideLayouts/slideLayout21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6.xml"/><Relationship Id="rId22" Type="http://schemas.openxmlformats.org/officeDocument/2006/relationships/slideLayout" Target="../slideLayouts/slideLayout24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12" Type="http://schemas.openxmlformats.org/officeDocument/2006/relationships/oleObject" Target="../embeddings/oleObject1.bin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tags" Target="../tags/tag2.xml"/><Relationship Id="rId5" Type="http://schemas.openxmlformats.org/officeDocument/2006/relationships/slideLayout" Target="../slideLayouts/slideLayout30.xml"/><Relationship Id="rId10" Type="http://schemas.openxmlformats.org/officeDocument/2006/relationships/theme" Target="../theme/theme3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2" hidden="1"/>
          <p:cNvGraphicFramePr>
            <a:graphicFrameLocks noChangeAspect="1"/>
          </p:cNvGraphicFramePr>
          <p:nvPr>
            <p:custDataLst>
              <p:tags r:id="rId4"/>
            </p:custDataLst>
          </p:nvPr>
        </p:nvGraphicFramePr>
        <p:xfrm>
          <a:off x="2118" y="1589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77" imgH="377" progId="TCLayout.ActiveDocument.1">
                  <p:embed/>
                </p:oleObj>
              </mc:Choice>
              <mc:Fallback>
                <p:oleObj name="think-cell Slide" r:id="rId5" imgW="377" imgH="377" progId="TCLayout.ActiveDocument.1">
                  <p:embed/>
                  <p:pic>
                    <p:nvPicPr>
                      <p:cNvPr id="1026" name="Object 2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8" y="1589"/>
                        <a:ext cx="2116" cy="1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7" name="Title Placeholder 1"/>
          <p:cNvSpPr>
            <a:spLocks noGrp="1"/>
          </p:cNvSpPr>
          <p:nvPr>
            <p:ph type="title"/>
          </p:nvPr>
        </p:nvSpPr>
        <p:spPr bwMode="auto">
          <a:xfrm>
            <a:off x="325967" y="274639"/>
            <a:ext cx="11540067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title style</a:t>
            </a:r>
          </a:p>
        </p:txBody>
      </p:sp>
      <p:sp>
        <p:nvSpPr>
          <p:cNvPr id="102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325967" y="990600"/>
            <a:ext cx="11540067" cy="475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pic>
        <p:nvPicPr>
          <p:cNvPr id="1029" name="Picture 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1" t="24805" r="2977" b="61205"/>
          <a:stretch>
            <a:fillRect/>
          </a:stretch>
        </p:blipFill>
        <p:spPr bwMode="auto">
          <a:xfrm>
            <a:off x="0" y="6721476"/>
            <a:ext cx="12192000" cy="142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11355918" y="6356351"/>
            <a:ext cx="510116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 eaLnBrk="1" hangingPunct="1">
              <a:defRPr sz="9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1pPr>
          </a:lstStyle>
          <a:p>
            <a:fld id="{BB3ADAB1-170E-430E-9EAC-2834B0B7075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29207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62" r:id="rId2"/>
  </p:sldLayoutIdLst>
  <p:hf sldNum="0" hdr="0" ftr="0" dt="0"/>
  <p:txStyles>
    <p:titleStyle>
      <a:lvl1pPr algn="l" defTabSz="457200" rtl="0" eaLnBrk="0" fontAlgn="base" hangingPunct="0">
        <a:spcBef>
          <a:spcPct val="0"/>
        </a:spcBef>
        <a:spcAft>
          <a:spcPct val="0"/>
        </a:spcAft>
        <a:defRPr sz="2800" kern="1200">
          <a:solidFill>
            <a:srgbClr val="595959"/>
          </a:solidFill>
          <a:latin typeface="+mj-lt"/>
          <a:ea typeface="MS PGothic" panose="020B0600070205080204" pitchFamily="34" charset="-128"/>
          <a:cs typeface="ＭＳ Ｐゴシック" charset="0"/>
        </a:defRPr>
      </a:lvl1pPr>
      <a:lvl2pPr algn="l" defTabSz="457200" rtl="0" eaLnBrk="0" fontAlgn="base" hangingPunct="0">
        <a:spcBef>
          <a:spcPct val="0"/>
        </a:spcBef>
        <a:spcAft>
          <a:spcPct val="0"/>
        </a:spcAft>
        <a:defRPr sz="2800">
          <a:solidFill>
            <a:srgbClr val="595959"/>
          </a:solidFill>
          <a:latin typeface="Arial" charset="0"/>
          <a:ea typeface="MS PGothic" panose="020B0600070205080204" pitchFamily="34" charset="-128"/>
          <a:cs typeface="ＭＳ Ｐゴシック" charset="0"/>
        </a:defRPr>
      </a:lvl2pPr>
      <a:lvl3pPr algn="l" defTabSz="457200" rtl="0" eaLnBrk="0" fontAlgn="base" hangingPunct="0">
        <a:spcBef>
          <a:spcPct val="0"/>
        </a:spcBef>
        <a:spcAft>
          <a:spcPct val="0"/>
        </a:spcAft>
        <a:defRPr sz="2800">
          <a:solidFill>
            <a:srgbClr val="595959"/>
          </a:solidFill>
          <a:latin typeface="Arial" charset="0"/>
          <a:ea typeface="MS PGothic" panose="020B0600070205080204" pitchFamily="34" charset="-128"/>
          <a:cs typeface="ＭＳ Ｐゴシック" charset="0"/>
        </a:defRPr>
      </a:lvl3pPr>
      <a:lvl4pPr algn="l" defTabSz="457200" rtl="0" eaLnBrk="0" fontAlgn="base" hangingPunct="0">
        <a:spcBef>
          <a:spcPct val="0"/>
        </a:spcBef>
        <a:spcAft>
          <a:spcPct val="0"/>
        </a:spcAft>
        <a:defRPr sz="2800">
          <a:solidFill>
            <a:srgbClr val="595959"/>
          </a:solidFill>
          <a:latin typeface="Arial" charset="0"/>
          <a:ea typeface="MS PGothic" panose="020B0600070205080204" pitchFamily="34" charset="-128"/>
          <a:cs typeface="ＭＳ Ｐゴシック" charset="0"/>
        </a:defRPr>
      </a:lvl4pPr>
      <a:lvl5pPr algn="l" defTabSz="457200" rtl="0" eaLnBrk="0" fontAlgn="base" hangingPunct="0">
        <a:spcBef>
          <a:spcPct val="0"/>
        </a:spcBef>
        <a:spcAft>
          <a:spcPct val="0"/>
        </a:spcAft>
        <a:defRPr sz="2800">
          <a:solidFill>
            <a:srgbClr val="595959"/>
          </a:solidFill>
          <a:latin typeface="Arial" charset="0"/>
          <a:ea typeface="MS PGothic" panose="020B0600070205080204" pitchFamily="34" charset="-128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252413" indent="-252413" algn="l" defTabSz="457200" rtl="0" eaLnBrk="0" fontAlgn="base" hangingPunct="0">
        <a:spcBef>
          <a:spcPts val="6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rgbClr val="595959"/>
          </a:solidFill>
          <a:latin typeface="+mn-lt"/>
          <a:ea typeface="MS PGothic" panose="020B0600070205080204" pitchFamily="34" charset="-128"/>
          <a:cs typeface="ＭＳ Ｐゴシック" charset="0"/>
        </a:defRPr>
      </a:lvl1pPr>
      <a:lvl2pPr marL="696913" indent="-239713" algn="l" defTabSz="457200" rtl="0" eaLnBrk="0" fontAlgn="base" hangingPunct="0">
        <a:spcBef>
          <a:spcPts val="600"/>
        </a:spcBef>
        <a:spcAft>
          <a:spcPct val="0"/>
        </a:spcAft>
        <a:buFont typeface="Arial" panose="020B0604020202020204" pitchFamily="34" charset="0"/>
        <a:buChar char="–"/>
        <a:defRPr kern="1200">
          <a:solidFill>
            <a:srgbClr val="595959"/>
          </a:solidFill>
          <a:latin typeface="+mn-lt"/>
          <a:ea typeface="MS PGothic" panose="020B0600070205080204" pitchFamily="34" charset="-128"/>
          <a:cs typeface="+mn-cs"/>
        </a:defRPr>
      </a:lvl2pPr>
      <a:lvl3pPr marL="1096963" indent="-182563" algn="l" defTabSz="457200" rtl="0" eaLnBrk="0" fontAlgn="base" hangingPunct="0">
        <a:spcBef>
          <a:spcPts val="600"/>
        </a:spcBef>
        <a:spcAft>
          <a:spcPct val="0"/>
        </a:spcAft>
        <a:buFont typeface="Arial" panose="020B0604020202020204" pitchFamily="34" charset="0"/>
        <a:buChar char="•"/>
        <a:defRPr sz="1600" kern="1200">
          <a:solidFill>
            <a:srgbClr val="595959"/>
          </a:solidFill>
          <a:latin typeface="+mn-lt"/>
          <a:ea typeface="MS PGothic" panose="020B0600070205080204" pitchFamily="34" charset="-128"/>
          <a:cs typeface="+mn-cs"/>
        </a:defRPr>
      </a:lvl3pPr>
      <a:lvl4pPr marL="1549400" indent="-228600" algn="l" defTabSz="457200" rtl="0" eaLnBrk="0" fontAlgn="base" hangingPunct="0">
        <a:spcBef>
          <a:spcPts val="600"/>
        </a:spcBef>
        <a:spcAft>
          <a:spcPct val="0"/>
        </a:spcAft>
        <a:buFont typeface="Arial" panose="020B0604020202020204" pitchFamily="34" charset="0"/>
        <a:buChar char="–"/>
        <a:defRPr sz="1400" kern="1200">
          <a:solidFill>
            <a:srgbClr val="595959"/>
          </a:solidFill>
          <a:latin typeface="+mn-lt"/>
          <a:ea typeface="MS PGothic" panose="020B0600070205080204" pitchFamily="34" charset="-128"/>
          <a:cs typeface="+mn-cs"/>
        </a:defRPr>
      </a:lvl4pPr>
      <a:lvl5pPr marL="1941513" indent="-228600" algn="l" defTabSz="457200" rtl="0" eaLnBrk="0" fontAlgn="base" hangingPunct="0">
        <a:spcBef>
          <a:spcPts val="600"/>
        </a:spcBef>
        <a:spcAft>
          <a:spcPct val="0"/>
        </a:spcAft>
        <a:buFont typeface="Arial" panose="020B0604020202020204" pitchFamily="34" charset="0"/>
        <a:buChar char="»"/>
        <a:defRPr sz="1200" kern="1200">
          <a:solidFill>
            <a:srgbClr val="595959"/>
          </a:solidFill>
          <a:latin typeface="+mn-lt"/>
          <a:ea typeface="MS PGothic" panose="020B0600070205080204" pitchFamily="34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1F395B5-488A-7565-0DF7-42F47DD205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704898"/>
            <a:ext cx="10515600" cy="646331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F9B859-26DF-1F15-C87F-61BA8F61A5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1825624"/>
            <a:ext cx="10515600" cy="1395254"/>
          </a:xfrm>
          <a:prstGeom prst="rect">
            <a:avLst/>
          </a:prstGeom>
        </p:spPr>
        <p:txBody>
          <a:bodyPr vert="horz" lIns="91440" tIns="45720" rIns="91440" bIns="4572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21E9E2-9C7C-3CAC-A860-9FCC8F5870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473720" y="155416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/>
              <a:t>WWW.MARLABS.COM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5482DA-A9D2-846C-5C75-212807BC40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30634" y="3246438"/>
            <a:ext cx="6293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00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fld id="{DEC249AF-B46D-634D-A11F-7A118F00FCC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67609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64" r:id="rId1"/>
    <p:sldLayoutId id="2147483765" r:id="rId2"/>
    <p:sldLayoutId id="2147483766" r:id="rId3"/>
    <p:sldLayoutId id="2147483767" r:id="rId4"/>
    <p:sldLayoutId id="2147483768" r:id="rId5"/>
    <p:sldLayoutId id="2147483769" r:id="rId6"/>
    <p:sldLayoutId id="2147483770" r:id="rId7"/>
    <p:sldLayoutId id="2147483771" r:id="rId8"/>
    <p:sldLayoutId id="2147483772" r:id="rId9"/>
    <p:sldLayoutId id="2147483773" r:id="rId10"/>
    <p:sldLayoutId id="2147483774" r:id="rId11"/>
    <p:sldLayoutId id="2147483775" r:id="rId12"/>
    <p:sldLayoutId id="2147483776" r:id="rId13"/>
    <p:sldLayoutId id="2147483777" r:id="rId14"/>
    <p:sldLayoutId id="2147483778" r:id="rId15"/>
    <p:sldLayoutId id="2147483779" r:id="rId16"/>
    <p:sldLayoutId id="2147483780" r:id="rId17"/>
    <p:sldLayoutId id="2147483781" r:id="rId18"/>
    <p:sldLayoutId id="2147483782" r:id="rId19"/>
    <p:sldLayoutId id="2147483783" r:id="rId20"/>
    <p:sldLayoutId id="2147483784" r:id="rId21"/>
    <p:sldLayoutId id="2147483785" r:id="rId22"/>
    <p:sldLayoutId id="2147483786" r:id="rId23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bg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bg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bg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bg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2" hidden="1"/>
          <p:cNvGraphicFramePr>
            <a:graphicFrameLocks noChangeAspect="1"/>
          </p:cNvGraphicFramePr>
          <p:nvPr>
            <p:custDataLst>
              <p:tags r:id="rId11"/>
            </p:custDataLst>
          </p:nvPr>
        </p:nvGraphicFramePr>
        <p:xfrm>
          <a:off x="2118" y="1590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2" imgW="377" imgH="377" progId="TCLayout.ActiveDocument.1">
                  <p:embed/>
                </p:oleObj>
              </mc:Choice>
              <mc:Fallback>
                <p:oleObj name="think-cell Slide" r:id="rId12" imgW="377" imgH="377" progId="TCLayout.ActiveDocument.1">
                  <p:embed/>
                  <p:pic>
                    <p:nvPicPr>
                      <p:cNvPr id="1026" name="Object 2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8" y="1590"/>
                        <a:ext cx="2116" cy="1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7" name="Title Placeholder 1"/>
          <p:cNvSpPr>
            <a:spLocks noGrp="1"/>
          </p:cNvSpPr>
          <p:nvPr>
            <p:ph type="title"/>
          </p:nvPr>
        </p:nvSpPr>
        <p:spPr bwMode="auto">
          <a:xfrm>
            <a:off x="325968" y="274640"/>
            <a:ext cx="11540067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title style</a:t>
            </a:r>
          </a:p>
        </p:txBody>
      </p:sp>
      <p:sp>
        <p:nvSpPr>
          <p:cNvPr id="102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325968" y="990600"/>
            <a:ext cx="11540067" cy="475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pic>
        <p:nvPicPr>
          <p:cNvPr id="1029" name="Picture 4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1" t="24805" r="2977" b="61205"/>
          <a:stretch>
            <a:fillRect/>
          </a:stretch>
        </p:blipFill>
        <p:spPr bwMode="auto">
          <a:xfrm>
            <a:off x="0" y="6721477"/>
            <a:ext cx="12192000" cy="142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11355918" y="6356352"/>
            <a:ext cx="510116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 eaLnBrk="1" hangingPunct="1">
              <a:defRPr sz="9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1pPr>
          </a:lstStyle>
          <a:p>
            <a:fld id="{BB3ADAB1-170E-430E-9EAC-2834B0B7075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2616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3" r:id="rId1"/>
    <p:sldLayoutId id="2147483754" r:id="rId2"/>
    <p:sldLayoutId id="2147483755" r:id="rId3"/>
    <p:sldLayoutId id="2147483756" r:id="rId4"/>
    <p:sldLayoutId id="2147483757" r:id="rId5"/>
    <p:sldLayoutId id="2147483758" r:id="rId6"/>
    <p:sldLayoutId id="2147483759" r:id="rId7"/>
    <p:sldLayoutId id="2147483760" r:id="rId8"/>
    <p:sldLayoutId id="2147483761" r:id="rId9"/>
  </p:sldLayoutIdLst>
  <p:hf sldNum="0" hdr="0" ftr="0" dt="0"/>
  <p:txStyles>
    <p:titleStyle>
      <a:lvl1pPr algn="l" defTabSz="457223" rtl="0" eaLnBrk="0" fontAlgn="base" hangingPunct="0">
        <a:spcBef>
          <a:spcPct val="0"/>
        </a:spcBef>
        <a:spcAft>
          <a:spcPct val="0"/>
        </a:spcAft>
        <a:defRPr sz="2800" kern="1200">
          <a:solidFill>
            <a:srgbClr val="595959"/>
          </a:solidFill>
          <a:latin typeface="+mj-lt"/>
          <a:ea typeface="MS PGothic" panose="020B0600070205080204" pitchFamily="34" charset="-128"/>
          <a:cs typeface="ＭＳ Ｐゴシック" charset="0"/>
        </a:defRPr>
      </a:lvl1pPr>
      <a:lvl2pPr algn="l" defTabSz="457223" rtl="0" eaLnBrk="0" fontAlgn="base" hangingPunct="0">
        <a:spcBef>
          <a:spcPct val="0"/>
        </a:spcBef>
        <a:spcAft>
          <a:spcPct val="0"/>
        </a:spcAft>
        <a:defRPr sz="2800">
          <a:solidFill>
            <a:srgbClr val="595959"/>
          </a:solidFill>
          <a:latin typeface="Arial" charset="0"/>
          <a:ea typeface="MS PGothic" panose="020B0600070205080204" pitchFamily="34" charset="-128"/>
          <a:cs typeface="ＭＳ Ｐゴシック" charset="0"/>
        </a:defRPr>
      </a:lvl2pPr>
      <a:lvl3pPr algn="l" defTabSz="457223" rtl="0" eaLnBrk="0" fontAlgn="base" hangingPunct="0">
        <a:spcBef>
          <a:spcPct val="0"/>
        </a:spcBef>
        <a:spcAft>
          <a:spcPct val="0"/>
        </a:spcAft>
        <a:defRPr sz="2800">
          <a:solidFill>
            <a:srgbClr val="595959"/>
          </a:solidFill>
          <a:latin typeface="Arial" charset="0"/>
          <a:ea typeface="MS PGothic" panose="020B0600070205080204" pitchFamily="34" charset="-128"/>
          <a:cs typeface="ＭＳ Ｐゴシック" charset="0"/>
        </a:defRPr>
      </a:lvl3pPr>
      <a:lvl4pPr algn="l" defTabSz="457223" rtl="0" eaLnBrk="0" fontAlgn="base" hangingPunct="0">
        <a:spcBef>
          <a:spcPct val="0"/>
        </a:spcBef>
        <a:spcAft>
          <a:spcPct val="0"/>
        </a:spcAft>
        <a:defRPr sz="2800">
          <a:solidFill>
            <a:srgbClr val="595959"/>
          </a:solidFill>
          <a:latin typeface="Arial" charset="0"/>
          <a:ea typeface="MS PGothic" panose="020B0600070205080204" pitchFamily="34" charset="-128"/>
          <a:cs typeface="ＭＳ Ｐゴシック" charset="0"/>
        </a:defRPr>
      </a:lvl4pPr>
      <a:lvl5pPr algn="l" defTabSz="457223" rtl="0" eaLnBrk="0" fontAlgn="base" hangingPunct="0">
        <a:spcBef>
          <a:spcPct val="0"/>
        </a:spcBef>
        <a:spcAft>
          <a:spcPct val="0"/>
        </a:spcAft>
        <a:defRPr sz="2800">
          <a:solidFill>
            <a:srgbClr val="595959"/>
          </a:solidFill>
          <a:latin typeface="Arial" charset="0"/>
          <a:ea typeface="MS PGothic" panose="020B0600070205080204" pitchFamily="34" charset="-128"/>
          <a:cs typeface="ＭＳ Ｐゴシック" charset="0"/>
        </a:defRPr>
      </a:lvl5pPr>
      <a:lvl6pPr marL="457223" algn="ctr" defTabSz="457223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914446" algn="ctr" defTabSz="457223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371669" algn="ctr" defTabSz="457223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1828891" algn="ctr" defTabSz="457223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252426" indent="-252426" algn="l" defTabSz="457223" rtl="0" eaLnBrk="0" fontAlgn="base" hangingPunct="0">
        <a:spcBef>
          <a:spcPts val="6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rgbClr val="595959"/>
          </a:solidFill>
          <a:latin typeface="+mn-lt"/>
          <a:ea typeface="MS PGothic" panose="020B0600070205080204" pitchFamily="34" charset="-128"/>
          <a:cs typeface="ＭＳ Ｐゴシック" charset="0"/>
        </a:defRPr>
      </a:lvl1pPr>
      <a:lvl2pPr marL="696948" indent="-239725" algn="l" defTabSz="457223" rtl="0" eaLnBrk="0" fontAlgn="base" hangingPunct="0">
        <a:spcBef>
          <a:spcPts val="600"/>
        </a:spcBef>
        <a:spcAft>
          <a:spcPct val="0"/>
        </a:spcAft>
        <a:buFont typeface="Arial" panose="020B0604020202020204" pitchFamily="34" charset="0"/>
        <a:buChar char="–"/>
        <a:defRPr kern="1200">
          <a:solidFill>
            <a:srgbClr val="595959"/>
          </a:solidFill>
          <a:latin typeface="+mn-lt"/>
          <a:ea typeface="MS PGothic" panose="020B0600070205080204" pitchFamily="34" charset="-128"/>
          <a:cs typeface="+mn-cs"/>
        </a:defRPr>
      </a:lvl2pPr>
      <a:lvl3pPr marL="1097018" indent="-182572" algn="l" defTabSz="457223" rtl="0" eaLnBrk="0" fontAlgn="base" hangingPunct="0">
        <a:spcBef>
          <a:spcPts val="600"/>
        </a:spcBef>
        <a:spcAft>
          <a:spcPct val="0"/>
        </a:spcAft>
        <a:buFont typeface="Arial" panose="020B0604020202020204" pitchFamily="34" charset="0"/>
        <a:buChar char="•"/>
        <a:defRPr sz="1600" kern="1200">
          <a:solidFill>
            <a:srgbClr val="595959"/>
          </a:solidFill>
          <a:latin typeface="+mn-lt"/>
          <a:ea typeface="MS PGothic" panose="020B0600070205080204" pitchFamily="34" charset="-128"/>
          <a:cs typeface="+mn-cs"/>
        </a:defRPr>
      </a:lvl3pPr>
      <a:lvl4pPr marL="1549477" indent="-228611" algn="l" defTabSz="457223" rtl="0" eaLnBrk="0" fontAlgn="base" hangingPunct="0">
        <a:spcBef>
          <a:spcPts val="600"/>
        </a:spcBef>
        <a:spcAft>
          <a:spcPct val="0"/>
        </a:spcAft>
        <a:buFont typeface="Arial" panose="020B0604020202020204" pitchFamily="34" charset="0"/>
        <a:buChar char="–"/>
        <a:defRPr sz="1400" kern="1200">
          <a:solidFill>
            <a:srgbClr val="595959"/>
          </a:solidFill>
          <a:latin typeface="+mn-lt"/>
          <a:ea typeface="MS PGothic" panose="020B0600070205080204" pitchFamily="34" charset="-128"/>
          <a:cs typeface="+mn-cs"/>
        </a:defRPr>
      </a:lvl4pPr>
      <a:lvl5pPr marL="1941610" indent="-228611" algn="l" defTabSz="457223" rtl="0" eaLnBrk="0" fontAlgn="base" hangingPunct="0">
        <a:spcBef>
          <a:spcPts val="600"/>
        </a:spcBef>
        <a:spcAft>
          <a:spcPct val="0"/>
        </a:spcAft>
        <a:buFont typeface="Arial" panose="020B0604020202020204" pitchFamily="34" charset="0"/>
        <a:buChar char="»"/>
        <a:defRPr sz="1200" kern="1200">
          <a:solidFill>
            <a:srgbClr val="595959"/>
          </a:solidFill>
          <a:latin typeface="+mn-lt"/>
          <a:ea typeface="MS PGothic" panose="020B0600070205080204" pitchFamily="34" charset="-128"/>
          <a:cs typeface="+mn-cs"/>
        </a:defRPr>
      </a:lvl5pPr>
      <a:lvl6pPr marL="2514726" indent="-228611" algn="l" defTabSz="457223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949" indent="-228611" algn="l" defTabSz="457223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171" indent="-228611" algn="l" defTabSz="457223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394" indent="-228611" algn="l" defTabSz="457223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23" algn="l" defTabSz="4572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46" algn="l" defTabSz="4572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69" algn="l" defTabSz="4572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91" algn="l" defTabSz="4572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114" algn="l" defTabSz="4572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337" algn="l" defTabSz="4572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560" algn="l" defTabSz="4572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783" algn="l" defTabSz="4572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6.svg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B10AE93-CAE3-8A3A-0942-F539143A9A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0122" y="3198167"/>
            <a:ext cx="5320146" cy="646331"/>
          </a:xfrm>
        </p:spPr>
        <p:txBody>
          <a:bodyPr/>
          <a:lstStyle/>
          <a:p>
            <a:r>
              <a:rPr lang="en-US" sz="3600" dirty="0"/>
              <a:t>Project Kick-off </a:t>
            </a:r>
          </a:p>
        </p:txBody>
      </p:sp>
      <p:sp>
        <p:nvSpPr>
          <p:cNvPr id="5" name="Date Placeholder 2">
            <a:extLst>
              <a:ext uri="{FF2B5EF4-FFF2-40B4-BE49-F238E27FC236}">
                <a16:creationId xmlns:a16="http://schemas.microsoft.com/office/drawing/2014/main" id="{B2A26E38-45C2-EC55-470F-D6D52CD1F67C}"/>
              </a:ext>
            </a:extLst>
          </p:cNvPr>
          <p:cNvSpPr txBox="1">
            <a:spLocks/>
          </p:cNvSpPr>
          <p:nvPr/>
        </p:nvSpPr>
        <p:spPr>
          <a:xfrm>
            <a:off x="822960" y="5803382"/>
            <a:ext cx="2894601" cy="327596"/>
          </a:xfrm>
          <a:prstGeom prst="rect">
            <a:avLst/>
          </a:prstGeom>
        </p:spPr>
        <p:txBody>
          <a:bodyPr vert="horz" lIns="137160" tIns="68580" rIns="137160" bIns="6858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4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Lato" panose="020F0502020204030203" pitchFamily="34" charset="0"/>
                <a:cs typeface="Arial" panose="020B0604020202020204" pitchFamily="34" charset="0"/>
              </a:rPr>
              <a:t>Date: </a:t>
            </a:r>
            <a:fld id="{2D6E0410-A6D8-4CA6-ADF7-F2956C96A9BC}" type="datetime4">
              <a:rPr kumimoji="0" lang="en-US" sz="160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Lato" panose="020F0502020204030203" pitchFamily="34" charset="0"/>
                <a:cs typeface="Arial" panose="020B0604020202020204" pitchFamily="34" charset="0"/>
              </a:rPr>
              <a:pPr marL="0" marR="0" lvl="0" indent="0" algn="l" defTabSz="91444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December 19, 2025</a:t>
            </a:fld>
            <a:endParaRPr kumimoji="0" lang="en-US" sz="16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14D0DC-1071-CBA5-D710-29210B6E6381}"/>
              </a:ext>
            </a:extLst>
          </p:cNvPr>
          <p:cNvSpPr txBox="1"/>
          <p:nvPr/>
        </p:nvSpPr>
        <p:spPr>
          <a:xfrm>
            <a:off x="4977378" y="805756"/>
            <a:ext cx="2565780" cy="363497"/>
          </a:xfrm>
          <a:prstGeom prst="rect">
            <a:avLst/>
          </a:prstGeom>
          <a:solidFill>
            <a:schemeClr val="tx1">
              <a:alpha val="54000"/>
            </a:schemeClr>
          </a:solidFill>
        </p:spPr>
        <p:txBody>
          <a:bodyPr wrap="square" lIns="0" tIns="64008" rIns="0" bIns="64008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altLang="zh-CN" sz="1500" i="0" u="none" strike="noStrike" kern="1200" cap="none" spc="200" normalizeH="0" baseline="0" noProof="0" dirty="0">
                <a:ln>
                  <a:noFill/>
                </a:ln>
                <a:solidFill>
                  <a:schemeClr val="bg1"/>
                </a:solidFill>
                <a:uLnTx/>
                <a:uFillTx/>
                <a:ea typeface="Roboto Condensed" panose="02000000000000000000" pitchFamily="2" charset="0"/>
                <a:cs typeface="Arial" panose="020B0604020202020204" pitchFamily="34" charset="0"/>
              </a:rPr>
              <a:t>PRESENTED TO:</a:t>
            </a:r>
            <a:endParaRPr kumimoji="0" lang="en-US" altLang="zh-CN" sz="1500" i="0" u="none" strike="noStrike" kern="1200" cap="none" spc="200" normalizeH="0" baseline="0" noProof="0" dirty="0">
              <a:ln>
                <a:noFill/>
              </a:ln>
              <a:solidFill>
                <a:schemeClr val="bg1"/>
              </a:solidFill>
              <a:uLnTx/>
              <a:uFillTx/>
              <a:ea typeface="Roboto Condensed" panose="020000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73069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ack and white logo&#10;&#10;AI-generated content may be incorrect.">
            <a:extLst>
              <a:ext uri="{FF2B5EF4-FFF2-40B4-BE49-F238E27FC236}">
                <a16:creationId xmlns:a16="http://schemas.microsoft.com/office/drawing/2014/main" id="{232BC18A-72C2-C306-D430-A40F86040A7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20000"/>
          </a:blip>
          <a:srcRect l="33109" t="12961" b="9776"/>
          <a:stretch>
            <a:fillRect/>
          </a:stretch>
        </p:blipFill>
        <p:spPr>
          <a:xfrm>
            <a:off x="0" y="0"/>
            <a:ext cx="4138336" cy="6858001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D64BCA-F72B-1016-1359-E6334A25B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WWW.MARLABS.COM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46AD95-73A5-5464-AAF9-8A1628922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249AF-B46D-634D-A11F-7A118F00FCC1}" type="slidenum">
              <a:rPr lang="en-US" smtClean="0">
                <a:solidFill>
                  <a:schemeClr val="accent4"/>
                </a:solidFill>
              </a:rPr>
              <a:t>2</a:t>
            </a:fld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6E2BF8-FD99-842D-0BF4-BA7893014EF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 rot="16200000">
            <a:off x="-2498725" y="2498725"/>
            <a:ext cx="6858000" cy="1860550"/>
          </a:xfrm>
        </p:spPr>
        <p:txBody>
          <a:bodyPr/>
          <a:lstStyle/>
          <a:p>
            <a:pPr algn="ctr"/>
            <a:r>
              <a:rPr lang="en-US" sz="11500" b="1" spc="300" dirty="0">
                <a:solidFill>
                  <a:schemeClr val="accent2"/>
                </a:solidFill>
              </a:rPr>
              <a:t>AGENDA</a:t>
            </a:r>
          </a:p>
        </p:txBody>
      </p:sp>
      <p:graphicFrame>
        <p:nvGraphicFramePr>
          <p:cNvPr id="7" name="Table">
            <a:extLst>
              <a:ext uri="{FF2B5EF4-FFF2-40B4-BE49-F238E27FC236}">
                <a16:creationId xmlns:a16="http://schemas.microsoft.com/office/drawing/2014/main" id="{F0FB8C04-F94F-FC47-DFE5-B8E056223BCD}"/>
              </a:ext>
            </a:extLst>
          </p:cNvPr>
          <p:cNvGraphicFramePr>
            <a:graphicFrameLocks noGrp="1"/>
          </p:cNvGraphicFramePr>
          <p:nvPr>
            <p:ph sz="quarter" idx="4294967295"/>
            <p:extLst>
              <p:ext uri="{D42A27DB-BD31-4B8C-83A1-F6EECF244321}">
                <p14:modId xmlns:p14="http://schemas.microsoft.com/office/powerpoint/2010/main" val="3602682747"/>
              </p:ext>
            </p:extLst>
          </p:nvPr>
        </p:nvGraphicFramePr>
        <p:xfrm>
          <a:off x="4675097" y="213358"/>
          <a:ext cx="6186654" cy="636106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54258">
                  <a:extLst>
                    <a:ext uri="{9D8B030D-6E8A-4147-A177-3AD203B41FA5}">
                      <a16:colId xmlns:a16="http://schemas.microsoft.com/office/drawing/2014/main" val="3902410233"/>
                    </a:ext>
                  </a:extLst>
                </a:gridCol>
                <a:gridCol w="5332396">
                  <a:extLst>
                    <a:ext uri="{9D8B030D-6E8A-4147-A177-3AD203B41FA5}">
                      <a16:colId xmlns:a16="http://schemas.microsoft.com/office/drawing/2014/main" val="1103489806"/>
                    </a:ext>
                  </a:extLst>
                </a:gridCol>
              </a:tblGrid>
              <a:tr h="512221">
                <a:tc>
                  <a:txBody>
                    <a:bodyPr/>
                    <a:lstStyle/>
                    <a:p>
                      <a:pPr algn="r"/>
                      <a:r>
                        <a:rPr lang="en-CA" sz="1800">
                          <a:solidFill>
                            <a:schemeClr val="accent2"/>
                          </a:solidFill>
                        </a:rPr>
                        <a:t>01</a:t>
                      </a:r>
                    </a:p>
                  </a:txBody>
                  <a:tcPr marR="182880" anchor="ctr">
                    <a:lnL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CA" sz="1800" b="1" dirty="0">
                          <a:solidFill>
                            <a:schemeClr val="tx1"/>
                          </a:solidFill>
                        </a:rPr>
                        <a:t>Project Overview &amp; Team Introduction</a:t>
                      </a:r>
                    </a:p>
                  </a:txBody>
                  <a:tcPr marL="182880" anchor="ctr">
                    <a:lnL w="19050" cap="flat" cmpd="sng" algn="ctr">
                      <a:solidFill>
                        <a:schemeClr val="accent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0680598"/>
                  </a:ext>
                </a:extLst>
              </a:tr>
              <a:tr h="512221">
                <a:tc>
                  <a:txBody>
                    <a:bodyPr/>
                    <a:lstStyle/>
                    <a:p>
                      <a:pPr algn="r"/>
                      <a:r>
                        <a:rPr lang="en-CA" sz="1800">
                          <a:solidFill>
                            <a:schemeClr val="accent2"/>
                          </a:solidFill>
                        </a:rPr>
                        <a:t>02</a:t>
                      </a:r>
                    </a:p>
                  </a:txBody>
                  <a:tcPr marR="182880" anchor="ctr">
                    <a:lnL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CA" sz="1800" b="1" dirty="0">
                          <a:solidFill>
                            <a:schemeClr val="tx1"/>
                          </a:solidFill>
                        </a:rPr>
                        <a:t>Project Objectives</a:t>
                      </a:r>
                    </a:p>
                  </a:txBody>
                  <a:tcPr marL="182880" anchor="ctr">
                    <a:lnL w="19050" cap="flat" cmpd="sng" algn="ctr">
                      <a:solidFill>
                        <a:schemeClr val="accent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8882"/>
                  </a:ext>
                </a:extLst>
              </a:tr>
              <a:tr h="512221">
                <a:tc>
                  <a:txBody>
                    <a:bodyPr/>
                    <a:lstStyle/>
                    <a:p>
                      <a:pPr algn="r"/>
                      <a:r>
                        <a:rPr lang="en-CA" sz="1800">
                          <a:solidFill>
                            <a:schemeClr val="accent2"/>
                          </a:solidFill>
                        </a:rPr>
                        <a:t>03</a:t>
                      </a:r>
                    </a:p>
                  </a:txBody>
                  <a:tcPr marR="182880" anchor="ctr">
                    <a:lnL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CA" sz="1800" b="1" dirty="0">
                          <a:solidFill>
                            <a:schemeClr val="tx1"/>
                          </a:solidFill>
                        </a:rPr>
                        <a:t>Scope / Out Scope</a:t>
                      </a:r>
                    </a:p>
                  </a:txBody>
                  <a:tcPr marL="182880" anchor="ctr">
                    <a:lnL w="19050" cap="flat" cmpd="sng" algn="ctr">
                      <a:solidFill>
                        <a:schemeClr val="accent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109583"/>
                  </a:ext>
                </a:extLst>
              </a:tr>
              <a:tr h="512221">
                <a:tc>
                  <a:txBody>
                    <a:bodyPr/>
                    <a:lstStyle/>
                    <a:p>
                      <a:pPr algn="r"/>
                      <a:r>
                        <a:rPr lang="en-CA" sz="1800">
                          <a:solidFill>
                            <a:schemeClr val="accent2"/>
                          </a:solidFill>
                        </a:rPr>
                        <a:t>04</a:t>
                      </a:r>
                    </a:p>
                  </a:txBody>
                  <a:tcPr marR="182880" anchor="ctr">
                    <a:lnL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CA" sz="1800" b="1" dirty="0">
                          <a:solidFill>
                            <a:schemeClr val="tx1"/>
                          </a:solidFill>
                        </a:rPr>
                        <a:t>High Level Architecture Overview</a:t>
                      </a:r>
                    </a:p>
                  </a:txBody>
                  <a:tcPr marL="182880" anchor="ctr">
                    <a:lnL w="19050" cap="flat" cmpd="sng" algn="ctr">
                      <a:solidFill>
                        <a:schemeClr val="accent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8401929"/>
                  </a:ext>
                </a:extLst>
              </a:tr>
              <a:tr h="512221">
                <a:tc>
                  <a:txBody>
                    <a:bodyPr/>
                    <a:lstStyle/>
                    <a:p>
                      <a:pPr algn="r"/>
                      <a:r>
                        <a:rPr lang="en-CA" sz="1800" dirty="0">
                          <a:solidFill>
                            <a:schemeClr val="accent2"/>
                          </a:solidFill>
                        </a:rPr>
                        <a:t>05</a:t>
                      </a:r>
                    </a:p>
                  </a:txBody>
                  <a:tcPr marR="182880" anchor="ctr">
                    <a:lnL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CA" sz="1800" b="1" dirty="0">
                          <a:solidFill>
                            <a:schemeClr val="tx1"/>
                          </a:solidFill>
                        </a:rPr>
                        <a:t>Project Timeline / Roadmap</a:t>
                      </a:r>
                    </a:p>
                  </a:txBody>
                  <a:tcPr marL="182880" anchor="ctr">
                    <a:lnL w="19050" cap="flat" cmpd="sng" algn="ctr">
                      <a:solidFill>
                        <a:schemeClr val="accent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5107547"/>
                  </a:ext>
                </a:extLst>
              </a:tr>
              <a:tr h="512221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800" dirty="0">
                          <a:solidFill>
                            <a:schemeClr val="accent2"/>
                          </a:solidFill>
                        </a:rPr>
                        <a:t>06</a:t>
                      </a:r>
                    </a:p>
                  </a:txBody>
                  <a:tcPr marR="182880" anchor="ctr">
                    <a:lnL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CA" sz="1800" b="1" dirty="0">
                          <a:solidFill>
                            <a:schemeClr val="tx1"/>
                          </a:solidFill>
                        </a:rPr>
                        <a:t>Deliverables</a:t>
                      </a:r>
                    </a:p>
                  </a:txBody>
                  <a:tcPr marL="182880" anchor="ctr">
                    <a:lnL w="19050" cap="flat" cmpd="sng" algn="ctr">
                      <a:solidFill>
                        <a:schemeClr val="accent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1745295"/>
                  </a:ext>
                </a:extLst>
              </a:tr>
              <a:tr h="726632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800" dirty="0">
                          <a:solidFill>
                            <a:schemeClr val="accent2"/>
                          </a:solidFill>
                        </a:rPr>
                        <a:t>07</a:t>
                      </a:r>
                    </a:p>
                  </a:txBody>
                  <a:tcPr marR="182880" anchor="ctr">
                    <a:lnL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800" b="1" dirty="0">
                          <a:solidFill>
                            <a:schemeClr val="tx1"/>
                          </a:solidFill>
                        </a:rPr>
                        <a:t>Roles and Responsibilities (RACI)</a:t>
                      </a:r>
                    </a:p>
                  </a:txBody>
                  <a:tcPr marL="182880" anchor="ctr">
                    <a:lnL w="19050" cap="flat" cmpd="sng" algn="ctr">
                      <a:solidFill>
                        <a:schemeClr val="accent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7307370"/>
                  </a:ext>
                </a:extLst>
              </a:tr>
              <a:tr h="512221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800" dirty="0">
                          <a:solidFill>
                            <a:schemeClr val="accent2"/>
                          </a:solidFill>
                        </a:rPr>
                        <a:t>08</a:t>
                      </a:r>
                    </a:p>
                  </a:txBody>
                  <a:tcPr marR="182880" anchor="ctr">
                    <a:lnL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CA" sz="1800" b="1" dirty="0">
                          <a:solidFill>
                            <a:schemeClr val="tx1"/>
                          </a:solidFill>
                        </a:rPr>
                        <a:t>Communication Plan</a:t>
                      </a:r>
                    </a:p>
                  </a:txBody>
                  <a:tcPr marL="182880" anchor="ctr">
                    <a:lnL w="19050" cap="flat" cmpd="sng" algn="ctr">
                      <a:solidFill>
                        <a:schemeClr val="accent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1614610"/>
                  </a:ext>
                </a:extLst>
              </a:tr>
              <a:tr h="512221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800" dirty="0">
                          <a:solidFill>
                            <a:schemeClr val="accent2"/>
                          </a:solidFill>
                        </a:rPr>
                        <a:t>09</a:t>
                      </a:r>
                    </a:p>
                  </a:txBody>
                  <a:tcPr marR="182880" anchor="ctr">
                    <a:lnL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CA" sz="1800" b="1" dirty="0">
                          <a:solidFill>
                            <a:schemeClr val="tx1"/>
                          </a:solidFill>
                        </a:rPr>
                        <a:t>Risks and Mitigations</a:t>
                      </a:r>
                    </a:p>
                  </a:txBody>
                  <a:tcPr marL="182880" anchor="ctr">
                    <a:lnL w="19050" cap="flat" cmpd="sng" algn="ctr">
                      <a:solidFill>
                        <a:schemeClr val="accent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4116700"/>
                  </a:ext>
                </a:extLst>
              </a:tr>
              <a:tr h="512221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800" dirty="0">
                          <a:solidFill>
                            <a:schemeClr val="accent2"/>
                          </a:solidFill>
                        </a:rPr>
                        <a:t>10</a:t>
                      </a:r>
                    </a:p>
                  </a:txBody>
                  <a:tcPr marR="182880" anchor="ctr">
                    <a:lnL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CA" sz="1800" b="1" dirty="0">
                          <a:solidFill>
                            <a:schemeClr val="tx1"/>
                          </a:solidFill>
                        </a:rPr>
                        <a:t>Assumption and Constraints</a:t>
                      </a:r>
                    </a:p>
                  </a:txBody>
                  <a:tcPr marL="182880" anchor="ctr">
                    <a:lnL w="19050" cap="flat" cmpd="sng" algn="ctr">
                      <a:solidFill>
                        <a:schemeClr val="accent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3448918"/>
                  </a:ext>
                </a:extLst>
              </a:tr>
              <a:tr h="512221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800" dirty="0">
                          <a:solidFill>
                            <a:schemeClr val="accent2"/>
                          </a:solidFill>
                        </a:rPr>
                        <a:t>11</a:t>
                      </a:r>
                    </a:p>
                  </a:txBody>
                  <a:tcPr marR="182880" anchor="ctr">
                    <a:lnL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CA" sz="1800" b="1" dirty="0">
                          <a:solidFill>
                            <a:schemeClr val="tx1"/>
                          </a:solidFill>
                        </a:rPr>
                        <a:t>Dependencies</a:t>
                      </a:r>
                    </a:p>
                  </a:txBody>
                  <a:tcPr marL="182880" anchor="ctr">
                    <a:lnL w="19050" cap="flat" cmpd="sng" algn="ctr">
                      <a:solidFill>
                        <a:schemeClr val="accent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8908352"/>
                  </a:ext>
                </a:extLst>
              </a:tr>
              <a:tr h="512221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800" dirty="0">
                          <a:solidFill>
                            <a:schemeClr val="accent2"/>
                          </a:solidFill>
                        </a:rPr>
                        <a:t>12</a:t>
                      </a:r>
                    </a:p>
                  </a:txBody>
                  <a:tcPr marR="182880" anchor="ctr">
                    <a:lnL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CA" sz="1800" b="1" dirty="0">
                          <a:solidFill>
                            <a:schemeClr val="tx1"/>
                          </a:solidFill>
                        </a:rPr>
                        <a:t>Next Steps</a:t>
                      </a:r>
                    </a:p>
                  </a:txBody>
                  <a:tcPr marL="182880" anchor="ctr">
                    <a:lnL w="19050" cap="flat" cmpd="sng" algn="ctr">
                      <a:solidFill>
                        <a:schemeClr val="accent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37429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370429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0E1264-A988-3ED5-0863-27BCB29BF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B8E58-FA74-EEC1-CEF2-EEA59265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811" y="297391"/>
            <a:ext cx="10959255" cy="646331"/>
          </a:xfrm>
        </p:spPr>
        <p:txBody>
          <a:bodyPr/>
          <a:lstStyle/>
          <a:p>
            <a:r>
              <a:rPr lang="en-US" dirty="0"/>
              <a:t>Project Overview</a:t>
            </a:r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B3BAF2F9-D76C-CB1D-F077-117EFC079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10473720" y="1554163"/>
            <a:ext cx="2743200" cy="365125"/>
          </a:xfrm>
        </p:spPr>
        <p:txBody>
          <a:bodyPr/>
          <a:lstStyle/>
          <a:p>
            <a:r>
              <a:rPr lang="en-US" dirty="0"/>
              <a:t>WWW.MARLABS.COM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E3617B3A-BE39-880E-9271-DBA4206D3E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9625677"/>
              </p:ext>
            </p:extLst>
          </p:nvPr>
        </p:nvGraphicFramePr>
        <p:xfrm>
          <a:off x="411544" y="1180465"/>
          <a:ext cx="10633276" cy="28651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658319">
                  <a:extLst>
                    <a:ext uri="{9D8B030D-6E8A-4147-A177-3AD203B41FA5}">
                      <a16:colId xmlns:a16="http://schemas.microsoft.com/office/drawing/2014/main" val="4121796245"/>
                    </a:ext>
                  </a:extLst>
                </a:gridCol>
                <a:gridCol w="2658319">
                  <a:extLst>
                    <a:ext uri="{9D8B030D-6E8A-4147-A177-3AD203B41FA5}">
                      <a16:colId xmlns:a16="http://schemas.microsoft.com/office/drawing/2014/main" val="1693646469"/>
                    </a:ext>
                  </a:extLst>
                </a:gridCol>
                <a:gridCol w="2658319">
                  <a:extLst>
                    <a:ext uri="{9D8B030D-6E8A-4147-A177-3AD203B41FA5}">
                      <a16:colId xmlns:a16="http://schemas.microsoft.com/office/drawing/2014/main" val="2600735009"/>
                    </a:ext>
                  </a:extLst>
                </a:gridCol>
                <a:gridCol w="2658319">
                  <a:extLst>
                    <a:ext uri="{9D8B030D-6E8A-4147-A177-3AD203B41FA5}">
                      <a16:colId xmlns:a16="http://schemas.microsoft.com/office/drawing/2014/main" val="38837232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Project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Project Sponsor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97047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83661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Start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Target Completion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16393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59180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Project Background/Context</a:t>
                      </a: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69224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48268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Team Introduction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Refer next slide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42190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452763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E9004A-FAE3-99B7-5052-E7A29BC65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D87C6F-834E-B937-3B94-36AF0471C7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811" y="297391"/>
            <a:ext cx="10959255" cy="646331"/>
          </a:xfrm>
        </p:spPr>
        <p:txBody>
          <a:bodyPr/>
          <a:lstStyle/>
          <a:p>
            <a:r>
              <a:rPr lang="en-US" dirty="0"/>
              <a:t>Team Introduction</a:t>
            </a:r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E7A08ECA-2CC3-D8C0-9BF3-998B2C856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10473720" y="1554163"/>
            <a:ext cx="2743200" cy="365125"/>
          </a:xfrm>
        </p:spPr>
        <p:txBody>
          <a:bodyPr/>
          <a:lstStyle/>
          <a:p>
            <a:r>
              <a:rPr lang="en-US" dirty="0"/>
              <a:t>WWW.MARLABS.COM</a:t>
            </a:r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B08C8513-FCE4-8A49-B663-89B76CE10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30634" y="3211235"/>
            <a:ext cx="629372" cy="365125"/>
          </a:xfrm>
        </p:spPr>
        <p:txBody>
          <a:bodyPr/>
          <a:lstStyle/>
          <a:p>
            <a:fld id="{DEC249AF-B46D-634D-A11F-7A118F00FCC1}" type="slidenum">
              <a:rPr lang="en-US" smtClean="0">
                <a:solidFill>
                  <a:schemeClr val="accent4"/>
                </a:solidFill>
              </a:rPr>
              <a:t>4</a:t>
            </a:fld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9ACAE2C-5BCD-B08E-F5FE-7B00386085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6811" y="2898085"/>
            <a:ext cx="2195957" cy="5309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defTabSz="1219261">
              <a:lnSpc>
                <a:spcPts val="2100"/>
              </a:lnSpc>
              <a:defRPr/>
            </a:pPr>
            <a:r>
              <a:rPr lang="en-US" sz="1400" b="1" i="1" kern="0" dirty="0">
                <a:solidFill>
                  <a:srgbClr val="002060"/>
                </a:solidFill>
                <a:cs typeface="Arial" panose="020B0604020202020204" pitchFamily="34" charset="0"/>
              </a:rPr>
              <a:t>XXXXXX</a:t>
            </a:r>
          </a:p>
          <a:p>
            <a:pPr marL="0" lvl="1" algn="ctr" defTabSz="1219261">
              <a:defRPr/>
            </a:pPr>
            <a:r>
              <a:rPr lang="en-US" sz="1100" i="1" kern="0" dirty="0">
                <a:solidFill>
                  <a:schemeClr val="bg1"/>
                </a:solidFill>
                <a:cs typeface="Arial" panose="020B0604020202020204" pitchFamily="34" charset="0"/>
              </a:rPr>
              <a:t>Delivery Head, India</a:t>
            </a:r>
          </a:p>
        </p:txBody>
      </p:sp>
      <p:pic>
        <p:nvPicPr>
          <p:cNvPr id="28" name="Picture 4" descr="Angel face outline outline">
            <a:extLst>
              <a:ext uri="{FF2B5EF4-FFF2-40B4-BE49-F238E27FC236}">
                <a16:creationId xmlns:a16="http://schemas.microsoft.com/office/drawing/2014/main" id="{2F7A1587-AB3F-20CB-3E7C-1C782D2A557D}"/>
              </a:ext>
            </a:extLst>
          </p:cNvPr>
          <p:cNvPicPr preferRelativeResize="0">
            <a:picLocks noChangeArrowheads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auto">
          <a:xfrm>
            <a:off x="758789" y="1379596"/>
            <a:ext cx="1332000" cy="1332000"/>
          </a:xfrm>
          <a:prstGeom prst="flowChartConnector">
            <a:avLst/>
          </a:prstGeom>
          <a:ln w="3175">
            <a:solidFill>
              <a:schemeClr val="tx1">
                <a:lumMod val="65000"/>
              </a:schemeClr>
            </a:solidFill>
          </a:ln>
          <a:effectLst>
            <a:outerShdw blurRad="63500" algn="ctr" rotWithShape="0">
              <a:schemeClr val="tx1">
                <a:lumMod val="65000"/>
                <a:alpha val="4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CBC1341F-2340-844A-FAE0-35AB5CE9B6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2768" y="2898085"/>
            <a:ext cx="2195957" cy="5309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defTabSz="1219261">
              <a:lnSpc>
                <a:spcPts val="2100"/>
              </a:lnSpc>
              <a:defRPr/>
            </a:pPr>
            <a:r>
              <a:rPr lang="en-US" sz="1400" b="1" i="1" kern="0" dirty="0">
                <a:solidFill>
                  <a:srgbClr val="002060"/>
                </a:solidFill>
                <a:cs typeface="Arial" panose="020B0604020202020204" pitchFamily="34" charset="0"/>
              </a:rPr>
              <a:t>XXXXX</a:t>
            </a:r>
          </a:p>
          <a:p>
            <a:pPr marL="0" lvl="1" algn="ctr" defTabSz="1219261">
              <a:defRPr/>
            </a:pPr>
            <a:r>
              <a:rPr lang="en-US" sz="1100" i="1" kern="0" dirty="0" err="1">
                <a:solidFill>
                  <a:schemeClr val="bg1"/>
                </a:solidFill>
                <a:cs typeface="Arial" panose="020B0604020202020204" pitchFamily="34" charset="0"/>
              </a:rPr>
              <a:t>xxxxxxxxxxxxxxxx</a:t>
            </a:r>
            <a:endParaRPr lang="en-US" sz="1100" i="1" kern="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pic>
        <p:nvPicPr>
          <p:cNvPr id="30" name="Picture 4" descr="Angel face outline with solid fill">
            <a:extLst>
              <a:ext uri="{FF2B5EF4-FFF2-40B4-BE49-F238E27FC236}">
                <a16:creationId xmlns:a16="http://schemas.microsoft.com/office/drawing/2014/main" id="{8829C5BB-2E13-E7D9-2FBA-4EFC8162BB65}"/>
              </a:ext>
            </a:extLst>
          </p:cNvPr>
          <p:cNvPicPr preferRelativeResize="0">
            <a:picLocks noChangeArrowheads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 bwMode="auto">
          <a:xfrm>
            <a:off x="2954746" y="1379596"/>
            <a:ext cx="1332000" cy="1332000"/>
          </a:xfrm>
          <a:prstGeom prst="flowChartConnector">
            <a:avLst/>
          </a:prstGeom>
          <a:ln w="3175">
            <a:solidFill>
              <a:schemeClr val="tx1">
                <a:lumMod val="65000"/>
              </a:schemeClr>
            </a:solidFill>
          </a:ln>
          <a:effectLst>
            <a:outerShdw blurRad="63500" algn="ctr" rotWithShape="0">
              <a:schemeClr val="tx1">
                <a:lumMod val="65000"/>
                <a:alpha val="4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8ED82048-20F7-C683-90EB-601DD10501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63438" y="2898085"/>
            <a:ext cx="2195957" cy="5309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defTabSz="1219261">
              <a:lnSpc>
                <a:spcPts val="2100"/>
              </a:lnSpc>
              <a:defRPr/>
            </a:pPr>
            <a:r>
              <a:rPr lang="en-US" sz="1400" b="1" i="1" kern="0" dirty="0">
                <a:solidFill>
                  <a:srgbClr val="002060"/>
                </a:solidFill>
                <a:cs typeface="Arial" panose="020B0604020202020204" pitchFamily="34" charset="0"/>
              </a:rPr>
              <a:t>XXXXX</a:t>
            </a:r>
          </a:p>
          <a:p>
            <a:pPr marL="0" lvl="1" algn="ctr" defTabSz="1219261">
              <a:defRPr/>
            </a:pPr>
            <a:r>
              <a:rPr lang="en-US" sz="1100" i="1" kern="0" dirty="0" err="1">
                <a:solidFill>
                  <a:schemeClr val="bg1"/>
                </a:solidFill>
                <a:cs typeface="Arial" panose="020B0604020202020204" pitchFamily="34" charset="0"/>
              </a:rPr>
              <a:t>xxxxxxxxxxxxxxxx</a:t>
            </a:r>
            <a:endParaRPr lang="en-US" sz="1100" i="1" kern="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pic>
        <p:nvPicPr>
          <p:cNvPr id="48" name="Picture 4" descr="Angel face outline with solid fill">
            <a:extLst>
              <a:ext uri="{FF2B5EF4-FFF2-40B4-BE49-F238E27FC236}">
                <a16:creationId xmlns:a16="http://schemas.microsoft.com/office/drawing/2014/main" id="{739F58ED-7C1E-4948-E979-5AC37650CB5A}"/>
              </a:ext>
            </a:extLst>
          </p:cNvPr>
          <p:cNvPicPr preferRelativeResize="0">
            <a:picLocks noChangeArrowheads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 bwMode="auto">
          <a:xfrm>
            <a:off x="5095416" y="1379596"/>
            <a:ext cx="1332000" cy="1332000"/>
          </a:xfrm>
          <a:prstGeom prst="flowChartConnector">
            <a:avLst/>
          </a:prstGeom>
          <a:ln w="3175">
            <a:solidFill>
              <a:schemeClr val="tx1">
                <a:lumMod val="65000"/>
              </a:schemeClr>
            </a:solidFill>
          </a:ln>
          <a:effectLst>
            <a:outerShdw blurRad="63500" algn="ctr" rotWithShape="0">
              <a:schemeClr val="tx1">
                <a:lumMod val="65000"/>
                <a:alpha val="4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C9151B81-F531-75CF-661B-C81228648E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04108" y="2898085"/>
            <a:ext cx="2195957" cy="5309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defTabSz="1219261">
              <a:lnSpc>
                <a:spcPts val="2100"/>
              </a:lnSpc>
              <a:defRPr/>
            </a:pPr>
            <a:r>
              <a:rPr lang="en-US" sz="1400" b="1" i="1" kern="0" dirty="0">
                <a:solidFill>
                  <a:srgbClr val="002060"/>
                </a:solidFill>
                <a:cs typeface="Arial" panose="020B0604020202020204" pitchFamily="34" charset="0"/>
              </a:rPr>
              <a:t>XXXXX</a:t>
            </a:r>
          </a:p>
          <a:p>
            <a:pPr marL="0" lvl="1" algn="ctr" defTabSz="1219261">
              <a:defRPr/>
            </a:pPr>
            <a:r>
              <a:rPr lang="en-US" sz="1100" i="1" kern="0" dirty="0" err="1">
                <a:solidFill>
                  <a:schemeClr val="bg1"/>
                </a:solidFill>
                <a:cs typeface="Arial" panose="020B0604020202020204" pitchFamily="34" charset="0"/>
              </a:rPr>
              <a:t>xxxxxxxxxxxxxxxx</a:t>
            </a:r>
            <a:endParaRPr lang="en-US" sz="1100" i="1" kern="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pic>
        <p:nvPicPr>
          <p:cNvPr id="50" name="Picture 4" descr="Angel face outline with solid fill">
            <a:extLst>
              <a:ext uri="{FF2B5EF4-FFF2-40B4-BE49-F238E27FC236}">
                <a16:creationId xmlns:a16="http://schemas.microsoft.com/office/drawing/2014/main" id="{9E613C21-8902-3AB7-6D2B-4691CD46DAB0}"/>
              </a:ext>
            </a:extLst>
          </p:cNvPr>
          <p:cNvPicPr preferRelativeResize="0">
            <a:picLocks noChangeArrowheads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 bwMode="auto">
          <a:xfrm>
            <a:off x="7236086" y="1379596"/>
            <a:ext cx="1332000" cy="1332000"/>
          </a:xfrm>
          <a:prstGeom prst="flowChartConnector">
            <a:avLst/>
          </a:prstGeom>
          <a:ln w="3175">
            <a:solidFill>
              <a:schemeClr val="tx1">
                <a:lumMod val="65000"/>
              </a:schemeClr>
            </a:solidFill>
          </a:ln>
          <a:effectLst>
            <a:outerShdw blurRad="63500" algn="ctr" rotWithShape="0">
              <a:schemeClr val="tx1">
                <a:lumMod val="65000"/>
                <a:alpha val="4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D7393DCF-67EA-0225-772C-EDE5609FE6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44778" y="2898085"/>
            <a:ext cx="2195957" cy="5309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defTabSz="1219261">
              <a:lnSpc>
                <a:spcPts val="2100"/>
              </a:lnSpc>
              <a:defRPr/>
            </a:pPr>
            <a:r>
              <a:rPr lang="en-US" sz="1400" b="1" i="1" kern="0" dirty="0">
                <a:solidFill>
                  <a:srgbClr val="002060"/>
                </a:solidFill>
                <a:cs typeface="Arial" panose="020B0604020202020204" pitchFamily="34" charset="0"/>
              </a:rPr>
              <a:t>XXXXX</a:t>
            </a:r>
          </a:p>
          <a:p>
            <a:pPr marL="0" lvl="1" algn="ctr" defTabSz="1219261">
              <a:defRPr/>
            </a:pPr>
            <a:r>
              <a:rPr lang="en-US" sz="1100" i="1" kern="0" dirty="0" err="1">
                <a:solidFill>
                  <a:schemeClr val="bg1"/>
                </a:solidFill>
                <a:cs typeface="Arial" panose="020B0604020202020204" pitchFamily="34" charset="0"/>
              </a:rPr>
              <a:t>xxxxxxxxxxxxxxxx</a:t>
            </a:r>
            <a:endParaRPr lang="en-US" sz="1100" i="1" kern="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pic>
        <p:nvPicPr>
          <p:cNvPr id="52" name="Picture 4" descr="Angel face outline with solid fill">
            <a:extLst>
              <a:ext uri="{FF2B5EF4-FFF2-40B4-BE49-F238E27FC236}">
                <a16:creationId xmlns:a16="http://schemas.microsoft.com/office/drawing/2014/main" id="{C9724A0D-7E72-6ACD-525A-659833F7A12F}"/>
              </a:ext>
            </a:extLst>
          </p:cNvPr>
          <p:cNvPicPr preferRelativeResize="0">
            <a:picLocks noChangeArrowheads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 bwMode="auto">
          <a:xfrm>
            <a:off x="9376756" y="1379596"/>
            <a:ext cx="1332000" cy="1332000"/>
          </a:xfrm>
          <a:prstGeom prst="flowChartConnector">
            <a:avLst/>
          </a:prstGeom>
          <a:ln w="3175">
            <a:solidFill>
              <a:schemeClr val="tx1">
                <a:lumMod val="65000"/>
              </a:schemeClr>
            </a:solidFill>
          </a:ln>
          <a:effectLst>
            <a:outerShdw blurRad="63500" algn="ctr" rotWithShape="0">
              <a:schemeClr val="tx1">
                <a:lumMod val="65000"/>
                <a:alpha val="4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3" name="TextBox 52">
            <a:extLst>
              <a:ext uri="{FF2B5EF4-FFF2-40B4-BE49-F238E27FC236}">
                <a16:creationId xmlns:a16="http://schemas.microsoft.com/office/drawing/2014/main" id="{C32A49D4-F168-EF33-58D9-8DDE9AAC00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6811" y="5415640"/>
            <a:ext cx="2195957" cy="5309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defTabSz="1219261">
              <a:lnSpc>
                <a:spcPts val="2100"/>
              </a:lnSpc>
              <a:defRPr/>
            </a:pPr>
            <a:r>
              <a:rPr lang="en-US" sz="1400" b="1" i="1" kern="0" dirty="0">
                <a:solidFill>
                  <a:srgbClr val="002060"/>
                </a:solidFill>
                <a:cs typeface="Arial" panose="020B0604020202020204" pitchFamily="34" charset="0"/>
              </a:rPr>
              <a:t>XXXXX</a:t>
            </a:r>
          </a:p>
          <a:p>
            <a:pPr marL="0" lvl="1" algn="ctr" defTabSz="1219261">
              <a:defRPr/>
            </a:pPr>
            <a:r>
              <a:rPr lang="en-US" sz="1100" i="1" kern="0" dirty="0" err="1">
                <a:solidFill>
                  <a:schemeClr val="bg1"/>
                </a:solidFill>
                <a:cs typeface="Arial" panose="020B0604020202020204" pitchFamily="34" charset="0"/>
              </a:rPr>
              <a:t>xxxxxxxxxxxxxxxx</a:t>
            </a:r>
            <a:endParaRPr lang="en-US" sz="1100" i="1" kern="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pic>
        <p:nvPicPr>
          <p:cNvPr id="54" name="Picture 4" descr="Angel face outline with solid fill">
            <a:extLst>
              <a:ext uri="{FF2B5EF4-FFF2-40B4-BE49-F238E27FC236}">
                <a16:creationId xmlns:a16="http://schemas.microsoft.com/office/drawing/2014/main" id="{30BF85EE-10AE-B785-D8DE-D19522681A0B}"/>
              </a:ext>
            </a:extLst>
          </p:cNvPr>
          <p:cNvPicPr preferRelativeResize="0">
            <a:picLocks noChangeArrowheads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 bwMode="auto">
          <a:xfrm>
            <a:off x="758789" y="4051363"/>
            <a:ext cx="1332000" cy="1332000"/>
          </a:xfrm>
          <a:prstGeom prst="flowChartConnector">
            <a:avLst/>
          </a:prstGeom>
          <a:ln w="3175">
            <a:solidFill>
              <a:schemeClr val="tx1">
                <a:lumMod val="65000"/>
              </a:schemeClr>
            </a:solidFill>
          </a:ln>
          <a:effectLst>
            <a:outerShdw blurRad="63500" algn="ctr" rotWithShape="0">
              <a:schemeClr val="tx1">
                <a:lumMod val="65000"/>
                <a:alpha val="4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57CB8713-998F-469D-E49A-CC849A42A3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2768" y="5415640"/>
            <a:ext cx="2195957" cy="5309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defTabSz="1219261">
              <a:lnSpc>
                <a:spcPts val="2100"/>
              </a:lnSpc>
              <a:defRPr/>
            </a:pPr>
            <a:r>
              <a:rPr lang="en-US" sz="1400" b="1" i="1" kern="0" dirty="0">
                <a:solidFill>
                  <a:srgbClr val="002060"/>
                </a:solidFill>
                <a:cs typeface="Arial" panose="020B0604020202020204" pitchFamily="34" charset="0"/>
              </a:rPr>
              <a:t>XXXXX</a:t>
            </a:r>
          </a:p>
          <a:p>
            <a:pPr marL="0" lvl="1" algn="ctr" defTabSz="1219261">
              <a:defRPr/>
            </a:pPr>
            <a:r>
              <a:rPr lang="en-US" sz="1100" i="1" kern="0" dirty="0" err="1">
                <a:solidFill>
                  <a:schemeClr val="bg1"/>
                </a:solidFill>
                <a:cs typeface="Arial" panose="020B0604020202020204" pitchFamily="34" charset="0"/>
              </a:rPr>
              <a:t>xxxxxxxxxxxxxxxx</a:t>
            </a:r>
            <a:endParaRPr lang="en-US" sz="1100" i="1" kern="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pic>
        <p:nvPicPr>
          <p:cNvPr id="56" name="Picture 4" descr="Angel face outline with solid fill">
            <a:extLst>
              <a:ext uri="{FF2B5EF4-FFF2-40B4-BE49-F238E27FC236}">
                <a16:creationId xmlns:a16="http://schemas.microsoft.com/office/drawing/2014/main" id="{958C0688-717C-0918-926F-3A3E0AA5D237}"/>
              </a:ext>
            </a:extLst>
          </p:cNvPr>
          <p:cNvPicPr preferRelativeResize="0">
            <a:picLocks noChangeArrowheads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 bwMode="auto">
          <a:xfrm>
            <a:off x="2954746" y="4051363"/>
            <a:ext cx="1332000" cy="1332000"/>
          </a:xfrm>
          <a:prstGeom prst="flowChartConnector">
            <a:avLst/>
          </a:prstGeom>
          <a:ln w="3175">
            <a:solidFill>
              <a:schemeClr val="tx1">
                <a:lumMod val="65000"/>
              </a:schemeClr>
            </a:solidFill>
          </a:ln>
          <a:effectLst>
            <a:outerShdw blurRad="63500" algn="ctr" rotWithShape="0">
              <a:schemeClr val="tx1">
                <a:lumMod val="65000"/>
                <a:alpha val="4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A6175E89-D6DB-2F36-A819-583A7BA6C1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18725" y="5415640"/>
            <a:ext cx="2195957" cy="5309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defTabSz="1219261">
              <a:lnSpc>
                <a:spcPts val="2100"/>
              </a:lnSpc>
              <a:defRPr/>
            </a:pPr>
            <a:r>
              <a:rPr lang="en-US" sz="1400" b="1" i="1" kern="0" dirty="0">
                <a:solidFill>
                  <a:srgbClr val="002060"/>
                </a:solidFill>
                <a:cs typeface="Arial" panose="020B0604020202020204" pitchFamily="34" charset="0"/>
              </a:rPr>
              <a:t>XXXXX</a:t>
            </a:r>
          </a:p>
          <a:p>
            <a:pPr marL="0" lvl="1" algn="ctr" defTabSz="1219261">
              <a:defRPr/>
            </a:pPr>
            <a:r>
              <a:rPr lang="en-US" sz="1100" i="1" kern="0" dirty="0" err="1">
                <a:solidFill>
                  <a:schemeClr val="bg1"/>
                </a:solidFill>
                <a:cs typeface="Arial" panose="020B0604020202020204" pitchFamily="34" charset="0"/>
              </a:rPr>
              <a:t>xxxxxxxxxxxxxxxx</a:t>
            </a:r>
            <a:endParaRPr lang="en-US" sz="1100" i="1" kern="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pic>
        <p:nvPicPr>
          <p:cNvPr id="58" name="Picture 4" descr="Angel face outline with solid fill">
            <a:extLst>
              <a:ext uri="{FF2B5EF4-FFF2-40B4-BE49-F238E27FC236}">
                <a16:creationId xmlns:a16="http://schemas.microsoft.com/office/drawing/2014/main" id="{43B54DB9-348B-6F9A-633D-361BF41D6DC0}"/>
              </a:ext>
            </a:extLst>
          </p:cNvPr>
          <p:cNvPicPr preferRelativeResize="0">
            <a:picLocks noChangeArrowheads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 bwMode="auto">
          <a:xfrm>
            <a:off x="5150703" y="4051363"/>
            <a:ext cx="1332000" cy="1332000"/>
          </a:xfrm>
          <a:prstGeom prst="flowChartConnector">
            <a:avLst/>
          </a:prstGeom>
          <a:ln w="3175">
            <a:solidFill>
              <a:schemeClr val="tx1">
                <a:lumMod val="65000"/>
              </a:schemeClr>
            </a:solidFill>
          </a:ln>
          <a:effectLst>
            <a:outerShdw blurRad="63500" algn="ctr" rotWithShape="0">
              <a:schemeClr val="tx1">
                <a:lumMod val="65000"/>
                <a:alpha val="4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9" name="TextBox 58">
            <a:extLst>
              <a:ext uri="{FF2B5EF4-FFF2-40B4-BE49-F238E27FC236}">
                <a16:creationId xmlns:a16="http://schemas.microsoft.com/office/drawing/2014/main" id="{46545475-19C6-97B7-3723-99E192AAA0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14682" y="5415640"/>
            <a:ext cx="2195957" cy="5309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defTabSz="1219261">
              <a:lnSpc>
                <a:spcPts val="2100"/>
              </a:lnSpc>
              <a:defRPr/>
            </a:pPr>
            <a:r>
              <a:rPr lang="en-US" sz="1400" b="1" i="1" kern="0" dirty="0">
                <a:solidFill>
                  <a:srgbClr val="002060"/>
                </a:solidFill>
                <a:cs typeface="Arial" panose="020B0604020202020204" pitchFamily="34" charset="0"/>
              </a:rPr>
              <a:t>XXXXX</a:t>
            </a:r>
          </a:p>
          <a:p>
            <a:pPr marL="0" lvl="1" algn="ctr" defTabSz="1219261">
              <a:defRPr/>
            </a:pPr>
            <a:r>
              <a:rPr lang="en-US" sz="1100" i="1" kern="0" dirty="0" err="1">
                <a:solidFill>
                  <a:schemeClr val="bg1"/>
                </a:solidFill>
                <a:cs typeface="Arial" panose="020B0604020202020204" pitchFamily="34" charset="0"/>
              </a:rPr>
              <a:t>xxxxxxxxxxxxxxxx</a:t>
            </a:r>
            <a:endParaRPr lang="en-US" sz="1100" i="1" kern="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pic>
        <p:nvPicPr>
          <p:cNvPr id="60" name="Picture 4" descr="Angel face outline with solid fill">
            <a:extLst>
              <a:ext uri="{FF2B5EF4-FFF2-40B4-BE49-F238E27FC236}">
                <a16:creationId xmlns:a16="http://schemas.microsoft.com/office/drawing/2014/main" id="{217B726D-68C0-8107-1F55-FDB0DD8570EB}"/>
              </a:ext>
            </a:extLst>
          </p:cNvPr>
          <p:cNvPicPr preferRelativeResize="0">
            <a:picLocks noChangeArrowheads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 bwMode="auto">
          <a:xfrm>
            <a:off x="7346660" y="4051363"/>
            <a:ext cx="1332000" cy="1332000"/>
          </a:xfrm>
          <a:prstGeom prst="flowChartConnector">
            <a:avLst/>
          </a:prstGeom>
          <a:ln w="3175">
            <a:solidFill>
              <a:schemeClr val="tx1">
                <a:lumMod val="65000"/>
              </a:schemeClr>
            </a:solidFill>
          </a:ln>
          <a:effectLst>
            <a:outerShdw blurRad="63500" algn="ctr" rotWithShape="0">
              <a:schemeClr val="tx1">
                <a:lumMod val="65000"/>
                <a:alpha val="4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1" name="TextBox 60">
            <a:extLst>
              <a:ext uri="{FF2B5EF4-FFF2-40B4-BE49-F238E27FC236}">
                <a16:creationId xmlns:a16="http://schemas.microsoft.com/office/drawing/2014/main" id="{F648B6D7-2D66-046D-116D-BC430E06B3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10639" y="5364236"/>
            <a:ext cx="2195957" cy="5309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defTabSz="1219261">
              <a:lnSpc>
                <a:spcPts val="2100"/>
              </a:lnSpc>
              <a:defRPr/>
            </a:pPr>
            <a:r>
              <a:rPr lang="en-US" sz="1400" b="1" i="1" kern="0" dirty="0">
                <a:solidFill>
                  <a:srgbClr val="002060"/>
                </a:solidFill>
                <a:cs typeface="Arial" panose="020B0604020202020204" pitchFamily="34" charset="0"/>
              </a:rPr>
              <a:t>XXXXX</a:t>
            </a:r>
          </a:p>
          <a:p>
            <a:pPr marL="0" lvl="1" algn="ctr" defTabSz="1219261">
              <a:defRPr/>
            </a:pPr>
            <a:r>
              <a:rPr lang="en-US" sz="1100" i="1" kern="0" dirty="0" err="1">
                <a:solidFill>
                  <a:schemeClr val="bg1"/>
                </a:solidFill>
                <a:cs typeface="Arial" panose="020B0604020202020204" pitchFamily="34" charset="0"/>
              </a:rPr>
              <a:t>xxxxxxxxxxxxxxxx</a:t>
            </a:r>
            <a:endParaRPr lang="en-US" sz="1100" i="1" kern="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pic>
        <p:nvPicPr>
          <p:cNvPr id="62" name="Picture 4" descr="Angel face outline with solid fill">
            <a:extLst>
              <a:ext uri="{FF2B5EF4-FFF2-40B4-BE49-F238E27FC236}">
                <a16:creationId xmlns:a16="http://schemas.microsoft.com/office/drawing/2014/main" id="{86294602-E619-1272-FC68-A65F0CC5DF7F}"/>
              </a:ext>
            </a:extLst>
          </p:cNvPr>
          <p:cNvPicPr preferRelativeResize="0">
            <a:picLocks noChangeArrowheads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 bwMode="auto">
          <a:xfrm>
            <a:off x="9542617" y="4051363"/>
            <a:ext cx="1332000" cy="1332000"/>
          </a:xfrm>
          <a:prstGeom prst="flowChartConnector">
            <a:avLst/>
          </a:prstGeom>
          <a:ln w="3175">
            <a:solidFill>
              <a:schemeClr val="tx1">
                <a:lumMod val="65000"/>
              </a:schemeClr>
            </a:solidFill>
          </a:ln>
          <a:effectLst>
            <a:outerShdw blurRad="63500" algn="ctr" rotWithShape="0">
              <a:schemeClr val="tx1">
                <a:lumMod val="65000"/>
                <a:alpha val="4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163167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53FB20-971C-ECBE-DE29-DD23B17EF9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47B989-38DC-39AE-79C3-7845835E53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811" y="297391"/>
            <a:ext cx="10959255" cy="646331"/>
          </a:xfrm>
        </p:spPr>
        <p:txBody>
          <a:bodyPr/>
          <a:lstStyle/>
          <a:p>
            <a:r>
              <a:rPr lang="en-US" dirty="0"/>
              <a:t>Project Objectives</a:t>
            </a:r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8538EA38-EC5D-886D-413F-93F8372559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10473720" y="1554163"/>
            <a:ext cx="2743200" cy="365125"/>
          </a:xfrm>
        </p:spPr>
        <p:txBody>
          <a:bodyPr/>
          <a:lstStyle/>
          <a:p>
            <a:r>
              <a:rPr lang="en-US" dirty="0"/>
              <a:t>WWW.MARLABS.COM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D686F7A-14CD-6B68-FB22-31961E42EBDC}"/>
              </a:ext>
            </a:extLst>
          </p:cNvPr>
          <p:cNvSpPr/>
          <p:nvPr/>
        </p:nvSpPr>
        <p:spPr>
          <a:xfrm>
            <a:off x="455768" y="1196131"/>
            <a:ext cx="10701340" cy="29546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IN" dirty="0">
                <a:solidFill>
                  <a:schemeClr val="bg1"/>
                </a:solidFill>
              </a:rPr>
              <a:t>Primary business goals :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endParaRPr lang="en-IN" dirty="0">
              <a:solidFill>
                <a:schemeClr val="bg1"/>
              </a:solidFill>
            </a:endParaRP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IN" dirty="0">
                <a:solidFill>
                  <a:schemeClr val="bg1"/>
                </a:solidFill>
              </a:rPr>
              <a:t>Expected Value/outcomes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endParaRPr lang="en-IN" dirty="0">
              <a:solidFill>
                <a:schemeClr val="bg1"/>
              </a:solidFill>
            </a:endParaRP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IN" dirty="0">
                <a:solidFill>
                  <a:schemeClr val="bg1"/>
                </a:solidFill>
              </a:rPr>
              <a:t>Success metrics/KPIs: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endParaRPr lang="en-IN" dirty="0">
              <a:solidFill>
                <a:schemeClr val="bg1"/>
              </a:solidFill>
            </a:endParaRPr>
          </a:p>
          <a:p>
            <a:pPr marR="0" lvl="1" algn="just">
              <a:spcBef>
                <a:spcPts val="600"/>
              </a:spcBef>
              <a:spcAft>
                <a:spcPts val="600"/>
              </a:spcAft>
            </a:pP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9801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8E10BF-97F2-FB7B-831E-749C7806F7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3D5FCF-1E6F-343F-44EF-597DB122B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811" y="297391"/>
            <a:ext cx="10959255" cy="646331"/>
          </a:xfrm>
        </p:spPr>
        <p:txBody>
          <a:bodyPr/>
          <a:lstStyle/>
          <a:p>
            <a:r>
              <a:rPr lang="en-US" dirty="0"/>
              <a:t>Scope</a:t>
            </a:r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4E54939F-3C8E-2D55-BCAE-405082BEB2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10473720" y="1554163"/>
            <a:ext cx="2743200" cy="365125"/>
          </a:xfrm>
        </p:spPr>
        <p:txBody>
          <a:bodyPr/>
          <a:lstStyle/>
          <a:p>
            <a:r>
              <a:rPr lang="en-US" dirty="0"/>
              <a:t>WWW.MARLABS.COM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69EFF73-0127-2455-858F-1B4D573C74B4}"/>
              </a:ext>
            </a:extLst>
          </p:cNvPr>
          <p:cNvSpPr/>
          <p:nvPr/>
        </p:nvSpPr>
        <p:spPr>
          <a:xfrm>
            <a:off x="479804" y="1196131"/>
            <a:ext cx="10701340" cy="800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1" algn="just">
              <a:spcBef>
                <a:spcPts val="600"/>
              </a:spcBef>
              <a:spcAft>
                <a:spcPts val="600"/>
              </a:spcAft>
            </a:pPr>
            <a:r>
              <a:rPr lang="en-IN" dirty="0">
                <a:solidFill>
                  <a:schemeClr val="bg1"/>
                </a:solidFill>
              </a:rPr>
              <a:t>In Scope:</a:t>
            </a:r>
          </a:p>
          <a:p>
            <a:pPr marR="0" lvl="1" algn="just">
              <a:spcBef>
                <a:spcPts val="600"/>
              </a:spcBef>
              <a:spcAft>
                <a:spcPts val="600"/>
              </a:spcAft>
            </a:pP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08F99B8-3B50-A3A8-DC29-3024747152DC}"/>
              </a:ext>
            </a:extLst>
          </p:cNvPr>
          <p:cNvSpPr/>
          <p:nvPr/>
        </p:nvSpPr>
        <p:spPr>
          <a:xfrm>
            <a:off x="479804" y="2864815"/>
            <a:ext cx="10701340" cy="800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1" algn="just">
              <a:spcBef>
                <a:spcPts val="600"/>
              </a:spcBef>
              <a:spcAft>
                <a:spcPts val="600"/>
              </a:spcAft>
            </a:pPr>
            <a:r>
              <a:rPr lang="en-IN" dirty="0">
                <a:solidFill>
                  <a:schemeClr val="bg1"/>
                </a:solidFill>
              </a:rPr>
              <a:t>Out Scope:</a:t>
            </a:r>
          </a:p>
          <a:p>
            <a:pPr marR="0" lvl="1" algn="just">
              <a:spcBef>
                <a:spcPts val="600"/>
              </a:spcBef>
              <a:spcAft>
                <a:spcPts val="600"/>
              </a:spcAft>
            </a:pP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69487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DE4783-3C7A-FCA7-D254-A7922CB76C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9AA85-3708-B614-B1EF-CA7D94C0A2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811" y="297391"/>
            <a:ext cx="10959255" cy="646331"/>
          </a:xfrm>
        </p:spPr>
        <p:txBody>
          <a:bodyPr/>
          <a:lstStyle/>
          <a:p>
            <a:r>
              <a:rPr lang="en-US" dirty="0"/>
              <a:t>High Level Architecture Overview</a:t>
            </a:r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042E6DCE-60E5-1BF0-A310-F371EDEDA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10473720" y="1554163"/>
            <a:ext cx="2743200" cy="365125"/>
          </a:xfrm>
        </p:spPr>
        <p:txBody>
          <a:bodyPr/>
          <a:lstStyle/>
          <a:p>
            <a:r>
              <a:rPr lang="en-US" dirty="0"/>
              <a:t>WWW.MARLABS.COM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E518714-26D7-1178-55D2-A13D7C7A02A3}"/>
              </a:ext>
            </a:extLst>
          </p:cNvPr>
          <p:cNvSpPr/>
          <p:nvPr/>
        </p:nvSpPr>
        <p:spPr>
          <a:xfrm>
            <a:off x="479804" y="1196131"/>
            <a:ext cx="10701340" cy="800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1" algn="just">
              <a:spcBef>
                <a:spcPts val="600"/>
              </a:spcBef>
              <a:spcAft>
                <a:spcPts val="600"/>
              </a:spcAft>
            </a:pPr>
            <a:r>
              <a:rPr lang="en-IN" dirty="0">
                <a:solidFill>
                  <a:schemeClr val="bg1"/>
                </a:solidFill>
              </a:rPr>
              <a:t>Tech Stack:</a:t>
            </a:r>
          </a:p>
          <a:p>
            <a:pPr marR="0" lvl="1" algn="just">
              <a:spcBef>
                <a:spcPts val="600"/>
              </a:spcBef>
              <a:spcAft>
                <a:spcPts val="600"/>
              </a:spcAft>
            </a:pP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811E60A-4835-A6E5-D789-133D72BB3351}"/>
              </a:ext>
            </a:extLst>
          </p:cNvPr>
          <p:cNvSpPr/>
          <p:nvPr/>
        </p:nvSpPr>
        <p:spPr>
          <a:xfrm>
            <a:off x="479804" y="2864815"/>
            <a:ext cx="10701340" cy="800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1" algn="just">
              <a:spcBef>
                <a:spcPts val="600"/>
              </a:spcBef>
              <a:spcAft>
                <a:spcPts val="600"/>
              </a:spcAft>
            </a:pPr>
            <a:r>
              <a:rPr lang="en-IN" dirty="0">
                <a:solidFill>
                  <a:schemeClr val="bg1"/>
                </a:solidFill>
              </a:rPr>
              <a:t>System Component:</a:t>
            </a:r>
          </a:p>
          <a:p>
            <a:pPr marR="0" lvl="1" algn="just">
              <a:spcBef>
                <a:spcPts val="600"/>
              </a:spcBef>
              <a:spcAft>
                <a:spcPts val="600"/>
              </a:spcAft>
            </a:pP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255F0FC-356B-7321-CF73-A9651A109B72}"/>
              </a:ext>
            </a:extLst>
          </p:cNvPr>
          <p:cNvSpPr/>
          <p:nvPr/>
        </p:nvSpPr>
        <p:spPr>
          <a:xfrm>
            <a:off x="479804" y="4626096"/>
            <a:ext cx="10701340" cy="800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1" algn="just">
              <a:spcBef>
                <a:spcPts val="600"/>
              </a:spcBef>
              <a:spcAft>
                <a:spcPts val="600"/>
              </a:spcAft>
            </a:pPr>
            <a:r>
              <a:rPr lang="en-IN" dirty="0">
                <a:solidFill>
                  <a:schemeClr val="bg1"/>
                </a:solidFill>
              </a:rPr>
              <a:t>Integration Overview:</a:t>
            </a:r>
          </a:p>
          <a:p>
            <a:pPr marR="0" lvl="1" algn="just">
              <a:spcBef>
                <a:spcPts val="600"/>
              </a:spcBef>
              <a:spcAft>
                <a:spcPts val="600"/>
              </a:spcAft>
            </a:pP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79219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015733-4D84-481F-8A53-88C668909A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71517-D018-8246-D494-D1307DD2D2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811" y="297391"/>
            <a:ext cx="10959255" cy="646331"/>
          </a:xfrm>
        </p:spPr>
        <p:txBody>
          <a:bodyPr/>
          <a:lstStyle/>
          <a:p>
            <a:r>
              <a:rPr lang="en-US" dirty="0"/>
              <a:t>Project Timeline / Roadmap</a:t>
            </a:r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6A5FACDB-1EE4-B98E-1FB0-72F165629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10473720" y="1554163"/>
            <a:ext cx="2743200" cy="365125"/>
          </a:xfrm>
        </p:spPr>
        <p:txBody>
          <a:bodyPr/>
          <a:lstStyle/>
          <a:p>
            <a:r>
              <a:rPr lang="en-US" dirty="0"/>
              <a:t>WWW.MARLABS.COM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EF5F21F-2DA4-6E1D-BCC5-767B61869E4F}"/>
              </a:ext>
            </a:extLst>
          </p:cNvPr>
          <p:cNvSpPr/>
          <p:nvPr/>
        </p:nvSpPr>
        <p:spPr>
          <a:xfrm>
            <a:off x="479804" y="1196131"/>
            <a:ext cx="10701340" cy="800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1" algn="just">
              <a:spcBef>
                <a:spcPts val="600"/>
              </a:spcBef>
              <a:spcAft>
                <a:spcPts val="600"/>
              </a:spcAft>
            </a:pPr>
            <a:r>
              <a:rPr lang="en-IN" dirty="0">
                <a:solidFill>
                  <a:schemeClr val="bg1"/>
                </a:solidFill>
              </a:rPr>
              <a:t>Phases:</a:t>
            </a:r>
          </a:p>
          <a:p>
            <a:pPr marR="0" lvl="1" algn="just">
              <a:spcBef>
                <a:spcPts val="600"/>
              </a:spcBef>
              <a:spcAft>
                <a:spcPts val="600"/>
              </a:spcAft>
            </a:pP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7D6A464-7539-F47D-692E-3894AF709BAC}"/>
              </a:ext>
            </a:extLst>
          </p:cNvPr>
          <p:cNvSpPr/>
          <p:nvPr/>
        </p:nvSpPr>
        <p:spPr>
          <a:xfrm>
            <a:off x="479804" y="2864815"/>
            <a:ext cx="10701340" cy="800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1" algn="just">
              <a:spcBef>
                <a:spcPts val="600"/>
              </a:spcBef>
              <a:spcAft>
                <a:spcPts val="600"/>
              </a:spcAft>
            </a:pPr>
            <a:r>
              <a:rPr lang="en-IN" dirty="0">
                <a:solidFill>
                  <a:schemeClr val="bg1"/>
                </a:solidFill>
              </a:rPr>
              <a:t>Key Milestones:</a:t>
            </a:r>
          </a:p>
          <a:p>
            <a:pPr marR="0" lvl="1" algn="just">
              <a:spcBef>
                <a:spcPts val="600"/>
              </a:spcBef>
              <a:spcAft>
                <a:spcPts val="600"/>
              </a:spcAft>
            </a:pP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5FB11F3-5D41-E771-7D9A-43A16758620E}"/>
              </a:ext>
            </a:extLst>
          </p:cNvPr>
          <p:cNvSpPr/>
          <p:nvPr/>
        </p:nvSpPr>
        <p:spPr>
          <a:xfrm>
            <a:off x="479804" y="4626096"/>
            <a:ext cx="10701340" cy="800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1" algn="just">
              <a:spcBef>
                <a:spcPts val="600"/>
              </a:spcBef>
              <a:spcAft>
                <a:spcPts val="600"/>
              </a:spcAft>
            </a:pPr>
            <a:r>
              <a:rPr lang="en-IN" dirty="0">
                <a:solidFill>
                  <a:schemeClr val="bg1"/>
                </a:solidFill>
              </a:rPr>
              <a:t>Dependencies:</a:t>
            </a:r>
          </a:p>
          <a:p>
            <a:pPr marR="0" lvl="1" algn="just">
              <a:spcBef>
                <a:spcPts val="600"/>
              </a:spcBef>
              <a:spcAft>
                <a:spcPts val="600"/>
              </a:spcAft>
            </a:pP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76284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5E6191-EB1C-3146-9053-504024FB07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30DB0-F753-3FD9-5DFA-BADAB62891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811" y="297391"/>
            <a:ext cx="10959255" cy="646331"/>
          </a:xfrm>
        </p:spPr>
        <p:txBody>
          <a:bodyPr/>
          <a:lstStyle/>
          <a:p>
            <a:r>
              <a:rPr lang="en-US" dirty="0"/>
              <a:t>Deliverables</a:t>
            </a:r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151EF02A-E205-5576-C9CB-403E02687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10473720" y="1554163"/>
            <a:ext cx="2743200" cy="365125"/>
          </a:xfrm>
        </p:spPr>
        <p:txBody>
          <a:bodyPr/>
          <a:lstStyle/>
          <a:p>
            <a:r>
              <a:rPr lang="en-US" dirty="0"/>
              <a:t>WWW.MARLABS.COM</a:t>
            </a:r>
          </a:p>
        </p:txBody>
      </p:sp>
    </p:spTree>
    <p:extLst>
      <p:ext uri="{BB962C8B-B14F-4D97-AF65-F5344CB8AC3E}">
        <p14:creationId xmlns:p14="http://schemas.microsoft.com/office/powerpoint/2010/main" val="20112186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019768-E462-2359-0C47-FE0325627F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06C0F1-E55C-76DC-B1D5-A6EFB9D49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811" y="297391"/>
            <a:ext cx="10959255" cy="646331"/>
          </a:xfrm>
        </p:spPr>
        <p:txBody>
          <a:bodyPr/>
          <a:lstStyle/>
          <a:p>
            <a:r>
              <a:rPr lang="en-US" dirty="0"/>
              <a:t>Roles and Responsibilities (RACI) </a:t>
            </a:r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B2B4CF65-457B-608B-1A23-51A8230CE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10473720" y="1554163"/>
            <a:ext cx="2743200" cy="365125"/>
          </a:xfrm>
        </p:spPr>
        <p:txBody>
          <a:bodyPr/>
          <a:lstStyle/>
          <a:p>
            <a:r>
              <a:rPr lang="en-US" dirty="0"/>
              <a:t>WWW.MARLABS.COM</a:t>
            </a:r>
          </a:p>
        </p:txBody>
      </p:sp>
    </p:spTree>
    <p:extLst>
      <p:ext uri="{BB962C8B-B14F-4D97-AF65-F5344CB8AC3E}">
        <p14:creationId xmlns:p14="http://schemas.microsoft.com/office/powerpoint/2010/main" val="42251794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50D68F-289A-82E2-DDF9-F7D8264B6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EB0F96-D339-27FB-CC49-AF47D69115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811" y="297391"/>
            <a:ext cx="10959255" cy="646331"/>
          </a:xfrm>
        </p:spPr>
        <p:txBody>
          <a:bodyPr/>
          <a:lstStyle/>
          <a:p>
            <a:r>
              <a:rPr lang="en-US" dirty="0"/>
              <a:t>Communication Plan</a:t>
            </a:r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2A954011-7257-DE84-9482-18AF72E351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10473720" y="1554163"/>
            <a:ext cx="2743200" cy="365125"/>
          </a:xfrm>
        </p:spPr>
        <p:txBody>
          <a:bodyPr/>
          <a:lstStyle/>
          <a:p>
            <a:r>
              <a:rPr lang="en-US" dirty="0"/>
              <a:t>WWW.MARLABS.COM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EDC2A63-A67E-9686-A399-6F2A8691919B}"/>
              </a:ext>
            </a:extLst>
          </p:cNvPr>
          <p:cNvSpPr txBox="1">
            <a:spLocks/>
          </p:cNvSpPr>
          <p:nvPr/>
        </p:nvSpPr>
        <p:spPr>
          <a:xfrm>
            <a:off x="549602" y="1463232"/>
            <a:ext cx="10513671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chemeClr val="bg1"/>
                </a:solidFill>
              </a:rPr>
              <a:t>Sprint demo frequency</a:t>
            </a:r>
          </a:p>
          <a:p>
            <a:r>
              <a:rPr lang="en-US" dirty="0">
                <a:solidFill>
                  <a:schemeClr val="bg1"/>
                </a:solidFill>
              </a:rPr>
              <a:t>Status reporting</a:t>
            </a:r>
          </a:p>
          <a:p>
            <a:r>
              <a:rPr lang="en-US" dirty="0">
                <a:solidFill>
                  <a:schemeClr val="bg1"/>
                </a:solidFill>
              </a:rPr>
              <a:t>Escalation path</a:t>
            </a:r>
          </a:p>
        </p:txBody>
      </p:sp>
    </p:spTree>
    <p:extLst>
      <p:ext uri="{BB962C8B-B14F-4D97-AF65-F5344CB8AC3E}">
        <p14:creationId xmlns:p14="http://schemas.microsoft.com/office/powerpoint/2010/main" val="18734138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B08B3-BB90-DD46-88AB-14B22A9781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6E682-83D6-14AC-8923-DF72990F69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811" y="297391"/>
            <a:ext cx="10959255" cy="646331"/>
          </a:xfrm>
        </p:spPr>
        <p:txBody>
          <a:bodyPr/>
          <a:lstStyle/>
          <a:p>
            <a:r>
              <a:rPr lang="en-US" dirty="0"/>
              <a:t>Risks &amp; Mitigations</a:t>
            </a:r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B2BBBC92-6F03-DB49-E4C5-F30D092E5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10473720" y="1554163"/>
            <a:ext cx="2743200" cy="365125"/>
          </a:xfrm>
        </p:spPr>
        <p:txBody>
          <a:bodyPr/>
          <a:lstStyle/>
          <a:p>
            <a:r>
              <a:rPr lang="en-US" dirty="0"/>
              <a:t>WWW.MARLABS.COM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384D4E7-64A8-E602-9107-3A0E20F233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021772"/>
              </p:ext>
            </p:extLst>
          </p:nvPr>
        </p:nvGraphicFramePr>
        <p:xfrm>
          <a:off x="443500" y="1078481"/>
          <a:ext cx="10494575" cy="212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8915">
                  <a:extLst>
                    <a:ext uri="{9D8B030D-6E8A-4147-A177-3AD203B41FA5}">
                      <a16:colId xmlns:a16="http://schemas.microsoft.com/office/drawing/2014/main" val="1474229064"/>
                    </a:ext>
                  </a:extLst>
                </a:gridCol>
                <a:gridCol w="2098915">
                  <a:extLst>
                    <a:ext uri="{9D8B030D-6E8A-4147-A177-3AD203B41FA5}">
                      <a16:colId xmlns:a16="http://schemas.microsoft.com/office/drawing/2014/main" val="1378584341"/>
                    </a:ext>
                  </a:extLst>
                </a:gridCol>
                <a:gridCol w="2098915">
                  <a:extLst>
                    <a:ext uri="{9D8B030D-6E8A-4147-A177-3AD203B41FA5}">
                      <a16:colId xmlns:a16="http://schemas.microsoft.com/office/drawing/2014/main" val="2209290135"/>
                    </a:ext>
                  </a:extLst>
                </a:gridCol>
                <a:gridCol w="2098915">
                  <a:extLst>
                    <a:ext uri="{9D8B030D-6E8A-4147-A177-3AD203B41FA5}">
                      <a16:colId xmlns:a16="http://schemas.microsoft.com/office/drawing/2014/main" val="3004841701"/>
                    </a:ext>
                  </a:extLst>
                </a:gridCol>
                <a:gridCol w="2098915">
                  <a:extLst>
                    <a:ext uri="{9D8B030D-6E8A-4147-A177-3AD203B41FA5}">
                      <a16:colId xmlns:a16="http://schemas.microsoft.com/office/drawing/2014/main" val="30516412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Impact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Probability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Mitigation Strategy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Owner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41978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02765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69332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05926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51743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724529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2F8390-2538-AE0B-E75A-F58B0753FC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D980D7-2E98-2F07-DABC-12874AD7E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811" y="297391"/>
            <a:ext cx="10959255" cy="646331"/>
          </a:xfrm>
        </p:spPr>
        <p:txBody>
          <a:bodyPr/>
          <a:lstStyle/>
          <a:p>
            <a:r>
              <a:rPr lang="en-US" dirty="0"/>
              <a:t>Assumptions &amp; Constraints</a:t>
            </a:r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217A6455-1F44-FB6B-29BE-75794CC82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10473720" y="1554163"/>
            <a:ext cx="2743200" cy="365125"/>
          </a:xfrm>
        </p:spPr>
        <p:txBody>
          <a:bodyPr/>
          <a:lstStyle/>
          <a:p>
            <a:r>
              <a:rPr lang="en-US" dirty="0"/>
              <a:t>WWW.MARLABS.COM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197CB7F-8509-1A28-1ECE-0194B7044E1F}"/>
              </a:ext>
            </a:extLst>
          </p:cNvPr>
          <p:cNvSpPr txBox="1">
            <a:spLocks/>
          </p:cNvSpPr>
          <p:nvPr/>
        </p:nvSpPr>
        <p:spPr>
          <a:xfrm>
            <a:off x="549602" y="1463232"/>
            <a:ext cx="10513671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89269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E0D4E5-24AB-F21E-337A-83323D5C30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E84B6B-B8FF-5DDF-DA52-38EAAA74F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811" y="297391"/>
            <a:ext cx="10959255" cy="646331"/>
          </a:xfrm>
        </p:spPr>
        <p:txBody>
          <a:bodyPr/>
          <a:lstStyle/>
          <a:p>
            <a:r>
              <a:rPr lang="en-US" dirty="0"/>
              <a:t>Dependencies</a:t>
            </a:r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3E5D85FB-4FFA-B79E-BB93-65CE8A327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10473720" y="1554163"/>
            <a:ext cx="2743200" cy="365125"/>
          </a:xfrm>
        </p:spPr>
        <p:txBody>
          <a:bodyPr/>
          <a:lstStyle/>
          <a:p>
            <a:r>
              <a:rPr lang="en-US" dirty="0"/>
              <a:t>WWW.MARLABS.COM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2E1FCD2-F3D3-7AF3-2489-6F3355CBAE87}"/>
              </a:ext>
            </a:extLst>
          </p:cNvPr>
          <p:cNvSpPr txBox="1">
            <a:spLocks/>
          </p:cNvSpPr>
          <p:nvPr/>
        </p:nvSpPr>
        <p:spPr>
          <a:xfrm>
            <a:off x="549602" y="1463232"/>
            <a:ext cx="10513671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85487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BE3EF8-FE9D-46D6-EFE1-A88A55053C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9C1B5-0590-E776-7742-7D749073D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811" y="297391"/>
            <a:ext cx="10959255" cy="646331"/>
          </a:xfrm>
        </p:spPr>
        <p:txBody>
          <a:bodyPr/>
          <a:lstStyle/>
          <a:p>
            <a:r>
              <a:rPr lang="en-US" dirty="0"/>
              <a:t>Next Steps</a:t>
            </a:r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4B74AAA9-BAF5-A403-65F8-81B08AF28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10473720" y="1554163"/>
            <a:ext cx="2743200" cy="365125"/>
          </a:xfrm>
        </p:spPr>
        <p:txBody>
          <a:bodyPr/>
          <a:lstStyle/>
          <a:p>
            <a:r>
              <a:rPr lang="en-US" dirty="0"/>
              <a:t>WWW.MARLABS.COM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02C2E19-0E0C-410E-E26A-D2057342B4D3}"/>
              </a:ext>
            </a:extLst>
          </p:cNvPr>
          <p:cNvSpPr txBox="1">
            <a:spLocks/>
          </p:cNvSpPr>
          <p:nvPr/>
        </p:nvSpPr>
        <p:spPr>
          <a:xfrm>
            <a:off x="549602" y="1463232"/>
            <a:ext cx="10513671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chemeClr val="bg1"/>
                </a:solidFill>
              </a:rPr>
              <a:t>Sprint demo frequency</a:t>
            </a:r>
          </a:p>
          <a:p>
            <a:r>
              <a:rPr lang="en-US" dirty="0">
                <a:solidFill>
                  <a:schemeClr val="bg1"/>
                </a:solidFill>
              </a:rPr>
              <a:t>Status reporting</a:t>
            </a:r>
          </a:p>
          <a:p>
            <a:r>
              <a:rPr lang="en-US" dirty="0">
                <a:solidFill>
                  <a:schemeClr val="bg1"/>
                </a:solidFill>
              </a:rPr>
              <a:t>Escalation path</a:t>
            </a:r>
          </a:p>
        </p:txBody>
      </p:sp>
    </p:spTree>
    <p:extLst>
      <p:ext uri="{BB962C8B-B14F-4D97-AF65-F5344CB8AC3E}">
        <p14:creationId xmlns:p14="http://schemas.microsoft.com/office/powerpoint/2010/main" val="21364245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7C958A-2B8F-7C26-E426-828E7CB3F5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35696" y="3041239"/>
            <a:ext cx="4247466" cy="769441"/>
          </a:xfrm>
        </p:spPr>
        <p:txBody>
          <a:bodyPr/>
          <a:lstStyle/>
          <a:p>
            <a:r>
              <a:rPr lang="en-US"/>
              <a:t>Thank you!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A2BA26-BCB6-B237-8205-F9B63DB605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WWW.MARLABS.COM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B43117-AF6D-9DA9-0DE0-0C59DBC4F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249AF-B46D-634D-A11F-7A118F00FCC1}" type="slidenum">
              <a:rPr lang="en-US" smtClean="0">
                <a:solidFill>
                  <a:schemeClr val="accent4"/>
                </a:solidFill>
              </a:rPr>
              <a:pPr/>
              <a:t>16</a:t>
            </a:fld>
            <a:endParaRPr lang="en-US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069744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7_Office Theme">
  <a:themeElements>
    <a:clrScheme name="Marlabs Corporate Colours">
      <a:dk1>
        <a:sysClr val="windowText" lastClr="000000"/>
      </a:dk1>
      <a:lt1>
        <a:sysClr val="window" lastClr="FFFFFF"/>
      </a:lt1>
      <a:dk2>
        <a:srgbClr val="152F88"/>
      </a:dk2>
      <a:lt2>
        <a:srgbClr val="EEECE1"/>
      </a:lt2>
      <a:accent1>
        <a:srgbClr val="0691E2"/>
      </a:accent1>
      <a:accent2>
        <a:srgbClr val="63C2A8"/>
      </a:accent2>
      <a:accent3>
        <a:srgbClr val="20257C"/>
      </a:accent3>
      <a:accent4>
        <a:srgbClr val="4AAA38"/>
      </a:accent4>
      <a:accent5>
        <a:srgbClr val="3BAFE4"/>
      </a:accent5>
      <a:accent6>
        <a:srgbClr val="118F29"/>
      </a:accent6>
      <a:hlink>
        <a:srgbClr val="0000FF"/>
      </a:hlink>
      <a:folHlink>
        <a:srgbClr val="9E1204"/>
      </a:folHlink>
    </a:clrScheme>
    <a:fontScheme name="Custom 3">
      <a:majorFont>
        <a:latin typeface="Lato"/>
        <a:ea typeface=""/>
        <a:cs typeface=""/>
      </a:majorFont>
      <a:minorFont>
        <a:latin typeface="La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2"/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solidFill>
          <a:schemeClr val="tx2"/>
        </a:solidFill>
        <a:ln w="12700">
          <a:solidFill>
            <a:schemeClr val="bg1">
              <a:lumMod val="75000"/>
            </a:schemeClr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Layout Options">
  <a:themeElements>
    <a:clrScheme name="Marlabs PPT Color Palette">
      <a:dk1>
        <a:srgbClr val="000000"/>
      </a:dk1>
      <a:lt1>
        <a:srgbClr val="FFFFFF"/>
      </a:lt1>
      <a:dk2>
        <a:srgbClr val="0A0F4D"/>
      </a:dk2>
      <a:lt2>
        <a:srgbClr val="F2F2F9"/>
      </a:lt2>
      <a:accent1>
        <a:srgbClr val="0F1F8F"/>
      </a:accent1>
      <a:accent2>
        <a:srgbClr val="008CFF"/>
      </a:accent2>
      <a:accent3>
        <a:srgbClr val="58C1E9"/>
      </a:accent3>
      <a:accent4>
        <a:srgbClr val="007847"/>
      </a:accent4>
      <a:accent5>
        <a:srgbClr val="95C93C"/>
      </a:accent5>
      <a:accent6>
        <a:srgbClr val="FFC000"/>
      </a:accent6>
      <a:hlink>
        <a:srgbClr val="008CFF"/>
      </a:hlink>
      <a:folHlink>
        <a:srgbClr val="58C1E9"/>
      </a:folHlink>
    </a:clrScheme>
    <a:fontScheme name="Marlabs Fonts for Microsoft">
      <a:majorFont>
        <a:latin typeface="Tw Cen MT"/>
        <a:ea typeface=""/>
        <a:cs typeface=""/>
      </a:majorFont>
      <a:minorFont>
        <a:latin typeface="Segoe UI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8_Office Theme">
  <a:themeElements>
    <a:clrScheme name="Marlabs Corporate Colours">
      <a:dk1>
        <a:sysClr val="windowText" lastClr="000000"/>
      </a:dk1>
      <a:lt1>
        <a:sysClr val="window" lastClr="FFFFFF"/>
      </a:lt1>
      <a:dk2>
        <a:srgbClr val="152F88"/>
      </a:dk2>
      <a:lt2>
        <a:srgbClr val="EEECE1"/>
      </a:lt2>
      <a:accent1>
        <a:srgbClr val="0691E2"/>
      </a:accent1>
      <a:accent2>
        <a:srgbClr val="63C2A8"/>
      </a:accent2>
      <a:accent3>
        <a:srgbClr val="20257C"/>
      </a:accent3>
      <a:accent4>
        <a:srgbClr val="4AAA38"/>
      </a:accent4>
      <a:accent5>
        <a:srgbClr val="3BAFE4"/>
      </a:accent5>
      <a:accent6>
        <a:srgbClr val="118F29"/>
      </a:accent6>
      <a:hlink>
        <a:srgbClr val="0000FF"/>
      </a:hlink>
      <a:folHlink>
        <a:srgbClr val="9E1204"/>
      </a:folHlink>
    </a:clrScheme>
    <a:fontScheme name="Custom 3">
      <a:majorFont>
        <a:latin typeface="Lato"/>
        <a:ea typeface=""/>
        <a:cs typeface=""/>
      </a:majorFont>
      <a:minorFont>
        <a:latin typeface="La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2"/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solidFill>
          <a:schemeClr val="tx2"/>
        </a:solidFill>
        <a:ln w="12700">
          <a:solidFill>
            <a:schemeClr val="bg1">
              <a:lumMod val="75000"/>
            </a:schemeClr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6bf02be-0faf-4ff2-b498-dc1247d03e4a">
      <Terms xmlns="http://schemas.microsoft.com/office/infopath/2007/PartnerControls"/>
    </lcf76f155ced4ddcb4097134ff3c332f>
    <TaxCatchAll xmlns="d2cca953-dd13-489f-8916-7f3aae1af54f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D7605EE6B0FCA46835EF7AD81B1B5A8" ma:contentTypeVersion="12" ma:contentTypeDescription="Create a new document." ma:contentTypeScope="" ma:versionID="e02c1f8791bf0cf8b848acb72ca7c7cb">
  <xsd:schema xmlns:xsd="http://www.w3.org/2001/XMLSchema" xmlns:xs="http://www.w3.org/2001/XMLSchema" xmlns:p="http://schemas.microsoft.com/office/2006/metadata/properties" xmlns:ns2="96bf02be-0faf-4ff2-b498-dc1247d03e4a" xmlns:ns3="d2cca953-dd13-489f-8916-7f3aae1af54f" targetNamespace="http://schemas.microsoft.com/office/2006/metadata/properties" ma:root="true" ma:fieldsID="cd2b9e1a601a894b3dbcb45d7293e049" ns2:_="" ns3:_="">
    <xsd:import namespace="96bf02be-0faf-4ff2-b498-dc1247d03e4a"/>
    <xsd:import namespace="d2cca953-dd13-489f-8916-7f3aae1af54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6bf02be-0faf-4ff2-b498-dc1247d03e4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a323ec02-78a9-4f50-bc04-8c7ed77f963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2cca953-dd13-489f-8916-7f3aae1af54f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1911e5a4-871a-4458-bf5d-eebc9e566820}" ma:internalName="TaxCatchAll" ma:showField="CatchAllData" ma:web="d2cca953-dd13-489f-8916-7f3aae1af54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F74CC19-65F5-4BC2-A65B-F57FB5D7D65E}">
  <ds:schemaRefs>
    <ds:schemaRef ds:uri="http://schemas.microsoft.com/office/2006/documentManagement/types"/>
    <ds:schemaRef ds:uri="http://schemas.microsoft.com/office/infopath/2007/PartnerControls"/>
    <ds:schemaRef ds:uri="http://schemas.microsoft.com/office/2006/metadata/properties"/>
    <ds:schemaRef ds:uri="http://purl.org/dc/terms/"/>
    <ds:schemaRef ds:uri="http://purl.org/dc/elements/1.1/"/>
    <ds:schemaRef ds:uri="http://purl.org/dc/dcmitype/"/>
    <ds:schemaRef ds:uri="fdc43fbf-fc34-420f-896d-1a9eb30718eb"/>
    <ds:schemaRef ds:uri="http://schemas.openxmlformats.org/package/2006/metadata/core-properties"/>
    <ds:schemaRef ds:uri="552da449-4533-46be-a4c5-d84a5579d4f6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98EF944E-7E62-4923-9A69-DF734EFAE3A4}"/>
</file>

<file path=customXml/itemProps3.xml><?xml version="1.0" encoding="utf-8"?>
<ds:datastoreItem xmlns:ds="http://schemas.openxmlformats.org/officeDocument/2006/customXml" ds:itemID="{C406529B-B309-440D-8BB6-74597B28712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14400</TotalTime>
  <Words>268</Words>
  <Application>Microsoft Office PowerPoint</Application>
  <PresentationFormat>Widescreen</PresentationFormat>
  <Paragraphs>111</Paragraphs>
  <Slides>16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3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6" baseType="lpstr">
      <vt:lpstr>Arial</vt:lpstr>
      <vt:lpstr>Calibri</vt:lpstr>
      <vt:lpstr>Lato</vt:lpstr>
      <vt:lpstr>Roboto Condensed</vt:lpstr>
      <vt:lpstr>Segoe UI</vt:lpstr>
      <vt:lpstr>Tw Cen MT</vt:lpstr>
      <vt:lpstr>7_Office Theme</vt:lpstr>
      <vt:lpstr>Layout Options</vt:lpstr>
      <vt:lpstr>8_Office Theme</vt:lpstr>
      <vt:lpstr>think-cell Slide</vt:lpstr>
      <vt:lpstr>PowerPoint Presentation</vt:lpstr>
      <vt:lpstr>AGENDA</vt:lpstr>
      <vt:lpstr>Project Overview</vt:lpstr>
      <vt:lpstr>Team Introduction</vt:lpstr>
      <vt:lpstr>Project Objectives</vt:lpstr>
      <vt:lpstr>Scope</vt:lpstr>
      <vt:lpstr>High Level Architecture Overview</vt:lpstr>
      <vt:lpstr>Project Timeline / Roadmap</vt:lpstr>
      <vt:lpstr>Deliverables</vt:lpstr>
      <vt:lpstr>Roles and Responsibilities (RACI) </vt:lpstr>
      <vt:lpstr>Communication Plan</vt:lpstr>
      <vt:lpstr>Risks &amp; Mitigations</vt:lpstr>
      <vt:lpstr>Assumptions &amp; Constraints</vt:lpstr>
      <vt:lpstr>Dependencies</vt:lpstr>
      <vt:lpstr>Next Steps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Shreet Das</dc:creator>
  <cp:lastModifiedBy>Raj Tawde</cp:lastModifiedBy>
  <cp:revision>612</cp:revision>
  <dcterms:created xsi:type="dcterms:W3CDTF">2019-01-23T07:58:31Z</dcterms:created>
  <dcterms:modified xsi:type="dcterms:W3CDTF">2025-12-19T06:51:40Z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0x0101009D7605EE6B0FCA46835EF7AD81B1B5A8</vt:lpwstr>
  </property>
  <property fmtid="{D5CDD505-2E9C-101B-9397-08002B2CF9AE}" pid="3" name="MSIP_Label_0c543c9c-c477-4599-9a17-3a5b9dbdff65_Enabled">
    <vt:lpwstr>True</vt:lpwstr>
  </property>
  <property fmtid="{D5CDD505-2E9C-101B-9397-08002B2CF9AE}" pid="4" name="MSIP_Label_0c543c9c-c477-4599-9a17-3a5b9dbdff65_SiteId">
    <vt:lpwstr>cc6b2eea-c864-4839-85f5-94736facc3be</vt:lpwstr>
  </property>
  <property fmtid="{D5CDD505-2E9C-101B-9397-08002B2CF9AE}" pid="5" name="MSIP_Label_0c543c9c-c477-4599-9a17-3a5b9dbdff65_Owner">
    <vt:lpwstr>Ankita.Prasad@marlabs.com</vt:lpwstr>
  </property>
  <property fmtid="{D5CDD505-2E9C-101B-9397-08002B2CF9AE}" pid="6" name="MSIP_Label_0c543c9c-c477-4599-9a17-3a5b9dbdff65_SetDate">
    <vt:lpwstr>2020-11-18T03:59:01.6263534Z</vt:lpwstr>
  </property>
  <property fmtid="{D5CDD505-2E9C-101B-9397-08002B2CF9AE}" pid="7" name="MSIP_Label_0c543c9c-c477-4599-9a17-3a5b9dbdff65_Name">
    <vt:lpwstr>Public</vt:lpwstr>
  </property>
  <property fmtid="{D5CDD505-2E9C-101B-9397-08002B2CF9AE}" pid="8" name="MSIP_Label_0c543c9c-c477-4599-9a17-3a5b9dbdff65_Application">
    <vt:lpwstr>Microsoft Azure Information Protection</vt:lpwstr>
  </property>
  <property fmtid="{D5CDD505-2E9C-101B-9397-08002B2CF9AE}" pid="9" name="MSIP_Label_0c543c9c-c477-4599-9a17-3a5b9dbdff65_ActionId">
    <vt:lpwstr>77f8ced9-3283-415e-96f6-f64e14179a86</vt:lpwstr>
  </property>
  <property fmtid="{D5CDD505-2E9C-101B-9397-08002B2CF9AE}" pid="10" name="MSIP_Label_0c543c9c-c477-4599-9a17-3a5b9dbdff65_Extended_MSFT_Method">
    <vt:lpwstr>Automatic</vt:lpwstr>
  </property>
  <property fmtid="{D5CDD505-2E9C-101B-9397-08002B2CF9AE}" pid="11" name="Sensitivity">
    <vt:lpwstr>Public</vt:lpwstr>
  </property>
</Properties>
</file>